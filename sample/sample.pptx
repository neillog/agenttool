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Jost"/>
      <p:regular r:id="rId61"/>
      <p:bold r:id="rId62"/>
      <p:italic r:id="rId63"/>
      <p:boldItalic r:id="rId64"/>
    </p:embeddedFont>
    <p:embeddedFont>
      <p:font typeface="Londrina Solid"/>
      <p:regular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1DCECAC-BBD8-4075-81FF-4BA1F07F7B94}">
  <a:tblStyle styleId="{51DCECAC-BBD8-4075-81FF-4BA1F07F7B9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Jost-bold.fntdata"/><Relationship Id="rId61" Type="http://schemas.openxmlformats.org/officeDocument/2006/relationships/font" Target="fonts/Jost-regular.fntdata"/><Relationship Id="rId20" Type="http://schemas.openxmlformats.org/officeDocument/2006/relationships/slide" Target="slides/slide14.xml"/><Relationship Id="rId64" Type="http://schemas.openxmlformats.org/officeDocument/2006/relationships/font" Target="fonts/Jost-boldItalic.fntdata"/><Relationship Id="rId63" Type="http://schemas.openxmlformats.org/officeDocument/2006/relationships/font" Target="fonts/Jost-italic.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LondrinaSolid-regular.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g2b7c4b9554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 name="Google Shape;230;g2b7c4b9554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 name="Shape 234"/>
        <p:cNvGrpSpPr/>
        <p:nvPr/>
      </p:nvGrpSpPr>
      <p:grpSpPr>
        <a:xfrm>
          <a:off x="0" y="0"/>
          <a:ext cx="0" cy="0"/>
          <a:chOff x="0" y="0"/>
          <a:chExt cx="0" cy="0"/>
        </a:xfrm>
      </p:grpSpPr>
      <p:sp>
        <p:nvSpPr>
          <p:cNvPr id="235" name="Google Shape;235;g2b7c4b95545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 name="Google Shape;236;g2b7c4b95545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 name="Shape 243"/>
        <p:cNvGrpSpPr/>
        <p:nvPr/>
      </p:nvGrpSpPr>
      <p:grpSpPr>
        <a:xfrm>
          <a:off x="0" y="0"/>
          <a:ext cx="0" cy="0"/>
          <a:chOff x="0" y="0"/>
          <a:chExt cx="0" cy="0"/>
        </a:xfrm>
      </p:grpSpPr>
      <p:sp>
        <p:nvSpPr>
          <p:cNvPr id="244" name="Google Shape;244;g2b7c4b95545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 name="Google Shape;245;g2b7c4b95545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 name="Shape 261"/>
        <p:cNvGrpSpPr/>
        <p:nvPr/>
      </p:nvGrpSpPr>
      <p:grpSpPr>
        <a:xfrm>
          <a:off x="0" y="0"/>
          <a:ext cx="0" cy="0"/>
          <a:chOff x="0" y="0"/>
          <a:chExt cx="0" cy="0"/>
        </a:xfrm>
      </p:grpSpPr>
      <p:sp>
        <p:nvSpPr>
          <p:cNvPr id="262" name="Google Shape;262;g2b7c4b95545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 name="Google Shape;263;g2b7c4b95545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 name="Shape 268"/>
        <p:cNvGrpSpPr/>
        <p:nvPr/>
      </p:nvGrpSpPr>
      <p:grpSpPr>
        <a:xfrm>
          <a:off x="0" y="0"/>
          <a:ext cx="0" cy="0"/>
          <a:chOff x="0" y="0"/>
          <a:chExt cx="0" cy="0"/>
        </a:xfrm>
      </p:grpSpPr>
      <p:sp>
        <p:nvSpPr>
          <p:cNvPr id="269" name="Google Shape;269;g2b7c4b95545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 name="Google Shape;270;g2b7c4b95545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 name="Shape 275"/>
        <p:cNvGrpSpPr/>
        <p:nvPr/>
      </p:nvGrpSpPr>
      <p:grpSpPr>
        <a:xfrm>
          <a:off x="0" y="0"/>
          <a:ext cx="0" cy="0"/>
          <a:chOff x="0" y="0"/>
          <a:chExt cx="0" cy="0"/>
        </a:xfrm>
      </p:grpSpPr>
      <p:sp>
        <p:nvSpPr>
          <p:cNvPr id="276" name="Google Shape;276;g1f0f100871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 name="Google Shape;277;g1f0f100871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1f0f100871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1f0f1008713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1f0f1008713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1f0f1008713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g1f0f1008713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 name="Google Shape;312;g1f0f1008713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1f0f1008713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1f0f1008713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 name="Shape 350"/>
        <p:cNvGrpSpPr/>
        <p:nvPr/>
      </p:nvGrpSpPr>
      <p:grpSpPr>
        <a:xfrm>
          <a:off x="0" y="0"/>
          <a:ext cx="0" cy="0"/>
          <a:chOff x="0" y="0"/>
          <a:chExt cx="0" cy="0"/>
        </a:xfrm>
      </p:grpSpPr>
      <p:sp>
        <p:nvSpPr>
          <p:cNvPr id="351" name="Google Shape;351;g1f0f1008713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 name="Google Shape;352;g1f0f1008713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1f0f1008713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1f0f1008713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 name="Shape 372"/>
        <p:cNvGrpSpPr/>
        <p:nvPr/>
      </p:nvGrpSpPr>
      <p:grpSpPr>
        <a:xfrm>
          <a:off x="0" y="0"/>
          <a:ext cx="0" cy="0"/>
          <a:chOff x="0" y="0"/>
          <a:chExt cx="0" cy="0"/>
        </a:xfrm>
      </p:grpSpPr>
      <p:sp>
        <p:nvSpPr>
          <p:cNvPr id="373" name="Google Shape;373;g1f0f1008713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 name="Google Shape;374;g1f0f1008713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1f0f1008713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1f0f1008713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1f0f1008713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1f0f1008713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1f0f1008713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1f0f1008713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1f0f1008713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1f0f1008713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2b81ad5dfd7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2b81ad5dfd7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2b83a4cc44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2b83a4cc44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b83a4cc448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b83a4cc448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268c13edecd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268c13edecd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g268c13edec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 name="Google Shape;575;g268c13edec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f0f1008713_0_11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f0f1008713_0_11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1f0f1008713_0_11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1f0f1008713_0_11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 name="Shape 595"/>
        <p:cNvGrpSpPr/>
        <p:nvPr/>
      </p:nvGrpSpPr>
      <p:grpSpPr>
        <a:xfrm>
          <a:off x="0" y="0"/>
          <a:ext cx="0" cy="0"/>
          <a:chOff x="0" y="0"/>
          <a:chExt cx="0" cy="0"/>
        </a:xfrm>
      </p:grpSpPr>
      <p:sp>
        <p:nvSpPr>
          <p:cNvPr id="596" name="Google Shape;596;g1f0f1008713_0_11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 name="Google Shape;597;g1f0f1008713_0_11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1f0f1008713_0_11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1f0f1008713_0_11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g1f0f1008713_0_11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 name="Google Shape;639;g1f0f1008713_0_11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1f0f1008713_0_11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1f0f1008713_0_11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8" name="Shape 6888"/>
        <p:cNvGrpSpPr/>
        <p:nvPr/>
      </p:nvGrpSpPr>
      <p:grpSpPr>
        <a:xfrm>
          <a:off x="0" y="0"/>
          <a:ext cx="0" cy="0"/>
          <a:chOff x="0" y="0"/>
          <a:chExt cx="0" cy="0"/>
        </a:xfrm>
      </p:grpSpPr>
      <p:sp>
        <p:nvSpPr>
          <p:cNvPr id="6889" name="Google Shape;6889;g1f0f1008713_0_17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0" name="Google Shape;6890;g1f0f1008713_0_17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5" name="Shape 7315"/>
        <p:cNvGrpSpPr/>
        <p:nvPr/>
      </p:nvGrpSpPr>
      <p:grpSpPr>
        <a:xfrm>
          <a:off x="0" y="0"/>
          <a:ext cx="0" cy="0"/>
          <a:chOff x="0" y="0"/>
          <a:chExt cx="0" cy="0"/>
        </a:xfrm>
      </p:grpSpPr>
      <p:sp>
        <p:nvSpPr>
          <p:cNvPr id="7316" name="Google Shape;7316;g1f0f1008713_0_18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7" name="Google Shape;7317;g1f0f1008713_0_18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8" name="Shape 7478"/>
        <p:cNvGrpSpPr/>
        <p:nvPr/>
      </p:nvGrpSpPr>
      <p:grpSpPr>
        <a:xfrm>
          <a:off x="0" y="0"/>
          <a:ext cx="0" cy="0"/>
          <a:chOff x="0" y="0"/>
          <a:chExt cx="0" cy="0"/>
        </a:xfrm>
      </p:grpSpPr>
      <p:sp>
        <p:nvSpPr>
          <p:cNvPr id="7479" name="Google Shape;7479;g1f0f1008713_0_18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0" name="Google Shape;7480;g1f0f1008713_0_18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0" name="Shape 7880"/>
        <p:cNvGrpSpPr/>
        <p:nvPr/>
      </p:nvGrpSpPr>
      <p:grpSpPr>
        <a:xfrm>
          <a:off x="0" y="0"/>
          <a:ext cx="0" cy="0"/>
          <a:chOff x="0" y="0"/>
          <a:chExt cx="0" cy="0"/>
        </a:xfrm>
      </p:grpSpPr>
      <p:sp>
        <p:nvSpPr>
          <p:cNvPr id="7881" name="Google Shape;7881;g1f0f1008713_0_18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2" name="Google Shape;7882;g1f0f1008713_0_18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1" name="Shape 8251"/>
        <p:cNvGrpSpPr/>
        <p:nvPr/>
      </p:nvGrpSpPr>
      <p:grpSpPr>
        <a:xfrm>
          <a:off x="0" y="0"/>
          <a:ext cx="0" cy="0"/>
          <a:chOff x="0" y="0"/>
          <a:chExt cx="0" cy="0"/>
        </a:xfrm>
      </p:grpSpPr>
      <p:sp>
        <p:nvSpPr>
          <p:cNvPr id="8252" name="Google Shape;8252;g1f0f1008713_0_18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3" name="Google Shape;8253;g1f0f1008713_0_18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5" name="Shape 8565"/>
        <p:cNvGrpSpPr/>
        <p:nvPr/>
      </p:nvGrpSpPr>
      <p:grpSpPr>
        <a:xfrm>
          <a:off x="0" y="0"/>
          <a:ext cx="0" cy="0"/>
          <a:chOff x="0" y="0"/>
          <a:chExt cx="0" cy="0"/>
        </a:xfrm>
      </p:grpSpPr>
      <p:sp>
        <p:nvSpPr>
          <p:cNvPr id="8566" name="Google Shape;8566;g1f0f1008713_0_19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7" name="Google Shape;8567;g1f0f1008713_0_19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9" name="Shape 8859"/>
        <p:cNvGrpSpPr/>
        <p:nvPr/>
      </p:nvGrpSpPr>
      <p:grpSpPr>
        <a:xfrm>
          <a:off x="0" y="0"/>
          <a:ext cx="0" cy="0"/>
          <a:chOff x="0" y="0"/>
          <a:chExt cx="0" cy="0"/>
        </a:xfrm>
      </p:grpSpPr>
      <p:sp>
        <p:nvSpPr>
          <p:cNvPr id="8860" name="Google Shape;8860;g1f0f1008713_0_19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1" name="Google Shape;8861;g1f0f1008713_0_19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g1f0f1008713_0_19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0" name="Google Shape;9220;g1f0f1008713_0_19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5" name="Shape 9635"/>
        <p:cNvGrpSpPr/>
        <p:nvPr/>
      </p:nvGrpSpPr>
      <p:grpSpPr>
        <a:xfrm>
          <a:off x="0" y="0"/>
          <a:ext cx="0" cy="0"/>
          <a:chOff x="0" y="0"/>
          <a:chExt cx="0" cy="0"/>
        </a:xfrm>
      </p:grpSpPr>
      <p:sp>
        <p:nvSpPr>
          <p:cNvPr id="9636" name="Google Shape;9636;g1f0f1008713_0_20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7" name="Google Shape;9637;g1f0f1008713_0_20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5" name="Shape 9975"/>
        <p:cNvGrpSpPr/>
        <p:nvPr/>
      </p:nvGrpSpPr>
      <p:grpSpPr>
        <a:xfrm>
          <a:off x="0" y="0"/>
          <a:ext cx="0" cy="0"/>
          <a:chOff x="0" y="0"/>
          <a:chExt cx="0" cy="0"/>
        </a:xfrm>
      </p:grpSpPr>
      <p:sp>
        <p:nvSpPr>
          <p:cNvPr id="9976" name="Google Shape;9976;g1f0f1008713_0_20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7" name="Google Shape;9977;g1f0f1008713_0_20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3" name="Shape 10163"/>
        <p:cNvGrpSpPr/>
        <p:nvPr/>
      </p:nvGrpSpPr>
      <p:grpSpPr>
        <a:xfrm>
          <a:off x="0" y="0"/>
          <a:ext cx="0" cy="0"/>
          <a:chOff x="0" y="0"/>
          <a:chExt cx="0" cy="0"/>
        </a:xfrm>
      </p:grpSpPr>
      <p:sp>
        <p:nvSpPr>
          <p:cNvPr id="10164" name="Google Shape;10164;g1f0f1008713_0_20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5" name="Google Shape;10165;g1f0f1008713_0_20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9" name="Shape 10409"/>
        <p:cNvGrpSpPr/>
        <p:nvPr/>
      </p:nvGrpSpPr>
      <p:grpSpPr>
        <a:xfrm>
          <a:off x="0" y="0"/>
          <a:ext cx="0" cy="0"/>
          <a:chOff x="0" y="0"/>
          <a:chExt cx="0" cy="0"/>
        </a:xfrm>
      </p:grpSpPr>
      <p:sp>
        <p:nvSpPr>
          <p:cNvPr id="10410" name="Google Shape;10410;g1f0f1008713_0_22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1" name="Google Shape;10411;g1f0f1008713_0_22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1.png"/><Relationship Id="rId4" Type="http://schemas.openxmlformats.org/officeDocument/2006/relationships/image" Target="../media/image3.png"/><Relationship Id="rId10" Type="http://schemas.openxmlformats.org/officeDocument/2006/relationships/image" Target="../media/image1.png"/><Relationship Id="rId9" Type="http://schemas.openxmlformats.org/officeDocument/2006/relationships/image" Target="../media/image6.png"/><Relationship Id="rId5" Type="http://schemas.openxmlformats.org/officeDocument/2006/relationships/image" Target="../media/image14.png"/><Relationship Id="rId6" Type="http://schemas.openxmlformats.org/officeDocument/2006/relationships/image" Target="../media/image12.png"/><Relationship Id="rId7" Type="http://schemas.openxmlformats.org/officeDocument/2006/relationships/image" Target="../media/image9.png"/><Relationship Id="rId8" Type="http://schemas.openxmlformats.org/officeDocument/2006/relationships/image" Target="../media/image7.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11.png"/><Relationship Id="rId5" Type="http://schemas.openxmlformats.org/officeDocument/2006/relationships/image" Target="../media/image3.png"/><Relationship Id="rId6" Type="http://schemas.openxmlformats.org/officeDocument/2006/relationships/image" Target="../media/image22.png"/><Relationship Id="rId7" Type="http://schemas.openxmlformats.org/officeDocument/2006/relationships/image" Target="../media/image2.png"/><Relationship Id="rId8" Type="http://schemas.openxmlformats.org/officeDocument/2006/relationships/image" Target="../media/image6.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10.png"/><Relationship Id="rId5" Type="http://schemas.openxmlformats.org/officeDocument/2006/relationships/image" Target="../media/image13.png"/><Relationship Id="rId6" Type="http://schemas.openxmlformats.org/officeDocument/2006/relationships/image" Target="../media/image1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3.png"/><Relationship Id="rId4" Type="http://schemas.openxmlformats.org/officeDocument/2006/relationships/image" Target="../media/image8.png"/><Relationship Id="rId5" Type="http://schemas.openxmlformats.org/officeDocument/2006/relationships/image" Target="../media/image22.png"/><Relationship Id="rId6" Type="http://schemas.openxmlformats.org/officeDocument/2006/relationships/image" Target="../media/image10.png"/><Relationship Id="rId7" Type="http://schemas.openxmlformats.org/officeDocument/2006/relationships/image" Target="../media/image6.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13.png"/><Relationship Id="rId5"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12.png"/><Relationship Id="rId6"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3.png"/><Relationship Id="rId4" Type="http://schemas.openxmlformats.org/officeDocument/2006/relationships/image" Target="../media/image8.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6.png"/><Relationship Id="rId4" Type="http://schemas.openxmlformats.org/officeDocument/2006/relationships/image" Target="../media/image1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3.png"/><Relationship Id="rId4" Type="http://schemas.openxmlformats.org/officeDocument/2006/relationships/image" Target="../media/image1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 Id="rId4" Type="http://schemas.openxmlformats.org/officeDocument/2006/relationships/image" Target="../media/image14.png"/><Relationship Id="rId5"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3.png"/><Relationship Id="rId4" Type="http://schemas.openxmlformats.org/officeDocument/2006/relationships/image" Target="../media/image15.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6.png"/><Relationship Id="rId4" Type="http://schemas.openxmlformats.org/officeDocument/2006/relationships/image" Target="../media/image10.png"/><Relationship Id="rId5" Type="http://schemas.openxmlformats.org/officeDocument/2006/relationships/image" Target="../media/image3.png"/><Relationship Id="rId6" Type="http://schemas.openxmlformats.org/officeDocument/2006/relationships/image" Target="../media/image8.png"/><Relationship Id="rId7" Type="http://schemas.openxmlformats.org/officeDocument/2006/relationships/image" Target="../media/image2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0.png"/><Relationship Id="rId4" Type="http://schemas.openxmlformats.org/officeDocument/2006/relationships/image" Target="../media/image1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png"/><Relationship Id="rId4" Type="http://schemas.openxmlformats.org/officeDocument/2006/relationships/image" Target="../media/image15.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4.png"/><Relationship Id="rId4" Type="http://schemas.openxmlformats.org/officeDocument/2006/relationships/image" Target="../media/image6.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10" Type="http://schemas.openxmlformats.org/officeDocument/2006/relationships/image" Target="../media/image11.png"/><Relationship Id="rId9" Type="http://schemas.openxmlformats.org/officeDocument/2006/relationships/image" Target="../media/image13.png"/><Relationship Id="rId5" Type="http://schemas.openxmlformats.org/officeDocument/2006/relationships/image" Target="../media/image8.png"/><Relationship Id="rId6" Type="http://schemas.openxmlformats.org/officeDocument/2006/relationships/image" Target="../media/image7.png"/><Relationship Id="rId7" Type="http://schemas.openxmlformats.org/officeDocument/2006/relationships/image" Target="../media/image10.png"/><Relationship Id="rId8"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2.png"/><Relationship Id="rId4" Type="http://schemas.openxmlformats.org/officeDocument/2006/relationships/image" Target="../media/image13.png"/><Relationship Id="rId11" Type="http://schemas.openxmlformats.org/officeDocument/2006/relationships/image" Target="../media/image4.png"/><Relationship Id="rId10" Type="http://schemas.openxmlformats.org/officeDocument/2006/relationships/image" Target="../media/image14.png"/><Relationship Id="rId9" Type="http://schemas.openxmlformats.org/officeDocument/2006/relationships/image" Target="../media/image3.png"/><Relationship Id="rId5" Type="http://schemas.openxmlformats.org/officeDocument/2006/relationships/image" Target="../media/image10.png"/><Relationship Id="rId6" Type="http://schemas.openxmlformats.org/officeDocument/2006/relationships/image" Target="../media/image6.png"/><Relationship Id="rId7" Type="http://schemas.openxmlformats.org/officeDocument/2006/relationships/image" Target="../media/image1.png"/><Relationship Id="rId8" Type="http://schemas.openxmlformats.org/officeDocument/2006/relationships/image" Target="../media/image2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11.png"/><Relationship Id="rId4" Type="http://schemas.openxmlformats.org/officeDocument/2006/relationships/image" Target="../media/image10.png"/><Relationship Id="rId5" Type="http://schemas.openxmlformats.org/officeDocument/2006/relationships/image" Target="../media/image6.png"/><Relationship Id="rId6" Type="http://schemas.openxmlformats.org/officeDocument/2006/relationships/image" Target="../media/image3.png"/><Relationship Id="rId7" Type="http://schemas.openxmlformats.org/officeDocument/2006/relationships/image" Target="../media/image9.png"/><Relationship Id="rId8" Type="http://schemas.openxmlformats.org/officeDocument/2006/relationships/image" Target="../media/image1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567650" y="1457425"/>
            <a:ext cx="6008700" cy="14157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9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1567650" y="3209775"/>
            <a:ext cx="6008700" cy="3936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11" name="Google Shape;11;p2"/>
          <p:cNvPicPr preferRelativeResize="0"/>
          <p:nvPr/>
        </p:nvPicPr>
        <p:blipFill>
          <a:blip r:embed="rId2">
            <a:alphaModFix/>
          </a:blip>
          <a:stretch>
            <a:fillRect/>
          </a:stretch>
        </p:blipFill>
        <p:spPr>
          <a:xfrm>
            <a:off x="3761298" y="-359900"/>
            <a:ext cx="1621397" cy="1663375"/>
          </a:xfrm>
          <a:prstGeom prst="rect">
            <a:avLst/>
          </a:prstGeom>
          <a:noFill/>
          <a:ln>
            <a:noFill/>
          </a:ln>
        </p:spPr>
      </p:pic>
      <p:pic>
        <p:nvPicPr>
          <p:cNvPr id="12" name="Google Shape;12;p2"/>
          <p:cNvPicPr preferRelativeResize="0"/>
          <p:nvPr/>
        </p:nvPicPr>
        <p:blipFill>
          <a:blip r:embed="rId3">
            <a:alphaModFix/>
          </a:blip>
          <a:stretch>
            <a:fillRect/>
          </a:stretch>
        </p:blipFill>
        <p:spPr>
          <a:xfrm>
            <a:off x="68025" y="51350"/>
            <a:ext cx="1835425" cy="840875"/>
          </a:xfrm>
          <a:prstGeom prst="rect">
            <a:avLst/>
          </a:prstGeom>
          <a:noFill/>
          <a:ln>
            <a:noFill/>
          </a:ln>
        </p:spPr>
      </p:pic>
      <p:grpSp>
        <p:nvGrpSpPr>
          <p:cNvPr id="13" name="Google Shape;13;p2"/>
          <p:cNvGrpSpPr/>
          <p:nvPr/>
        </p:nvGrpSpPr>
        <p:grpSpPr>
          <a:xfrm>
            <a:off x="6892975" y="1834400"/>
            <a:ext cx="3669025" cy="3262125"/>
            <a:chOff x="6892975" y="1834400"/>
            <a:chExt cx="3669025" cy="3262125"/>
          </a:xfrm>
        </p:grpSpPr>
        <p:pic>
          <p:nvPicPr>
            <p:cNvPr id="14" name="Google Shape;14;p2"/>
            <p:cNvPicPr preferRelativeResize="0"/>
            <p:nvPr/>
          </p:nvPicPr>
          <p:blipFill>
            <a:blip r:embed="rId4">
              <a:alphaModFix/>
            </a:blip>
            <a:stretch>
              <a:fillRect/>
            </a:stretch>
          </p:blipFill>
          <p:spPr>
            <a:xfrm>
              <a:off x="6892975" y="3940033"/>
              <a:ext cx="1087750" cy="1041075"/>
            </a:xfrm>
            <a:prstGeom prst="rect">
              <a:avLst/>
            </a:prstGeom>
            <a:noFill/>
            <a:ln>
              <a:noFill/>
            </a:ln>
          </p:spPr>
        </p:pic>
        <p:pic>
          <p:nvPicPr>
            <p:cNvPr id="15" name="Google Shape;15;p2"/>
            <p:cNvPicPr preferRelativeResize="0"/>
            <p:nvPr/>
          </p:nvPicPr>
          <p:blipFill>
            <a:blip r:embed="rId5">
              <a:alphaModFix/>
            </a:blip>
            <a:stretch>
              <a:fillRect/>
            </a:stretch>
          </p:blipFill>
          <p:spPr>
            <a:xfrm>
              <a:off x="8064725" y="1834400"/>
              <a:ext cx="1028400" cy="898925"/>
            </a:xfrm>
            <a:prstGeom prst="rect">
              <a:avLst/>
            </a:prstGeom>
            <a:noFill/>
            <a:ln>
              <a:noFill/>
            </a:ln>
          </p:spPr>
        </p:pic>
        <p:pic>
          <p:nvPicPr>
            <p:cNvPr id="16" name="Google Shape;16;p2"/>
            <p:cNvPicPr preferRelativeResize="0"/>
            <p:nvPr/>
          </p:nvPicPr>
          <p:blipFill>
            <a:blip r:embed="rId6">
              <a:alphaModFix/>
            </a:blip>
            <a:stretch>
              <a:fillRect/>
            </a:stretch>
          </p:blipFill>
          <p:spPr>
            <a:xfrm flipH="1">
              <a:off x="7658026" y="2600528"/>
              <a:ext cx="2903974" cy="2495998"/>
            </a:xfrm>
            <a:prstGeom prst="rect">
              <a:avLst/>
            </a:prstGeom>
            <a:noFill/>
            <a:ln>
              <a:noFill/>
            </a:ln>
          </p:spPr>
        </p:pic>
      </p:grpSp>
      <p:pic>
        <p:nvPicPr>
          <p:cNvPr id="17" name="Google Shape;17;p2"/>
          <p:cNvPicPr preferRelativeResize="0"/>
          <p:nvPr/>
        </p:nvPicPr>
        <p:blipFill>
          <a:blip r:embed="rId7">
            <a:alphaModFix/>
          </a:blip>
          <a:stretch>
            <a:fillRect/>
          </a:stretch>
        </p:blipFill>
        <p:spPr>
          <a:xfrm flipH="1">
            <a:off x="-389500" y="1366126"/>
            <a:ext cx="1551000" cy="1835474"/>
          </a:xfrm>
          <a:prstGeom prst="rect">
            <a:avLst/>
          </a:prstGeom>
          <a:noFill/>
          <a:ln>
            <a:noFill/>
          </a:ln>
        </p:spPr>
      </p:pic>
      <p:pic>
        <p:nvPicPr>
          <p:cNvPr id="18" name="Google Shape;18;p2"/>
          <p:cNvPicPr preferRelativeResize="0"/>
          <p:nvPr/>
        </p:nvPicPr>
        <p:blipFill>
          <a:blip r:embed="rId8">
            <a:alphaModFix/>
          </a:blip>
          <a:stretch>
            <a:fillRect/>
          </a:stretch>
        </p:blipFill>
        <p:spPr>
          <a:xfrm flipH="1">
            <a:off x="7917425" y="-158600"/>
            <a:ext cx="1149600" cy="1524649"/>
          </a:xfrm>
          <a:prstGeom prst="rect">
            <a:avLst/>
          </a:prstGeom>
          <a:noFill/>
          <a:ln>
            <a:noFill/>
          </a:ln>
        </p:spPr>
      </p:pic>
      <p:grpSp>
        <p:nvGrpSpPr>
          <p:cNvPr id="19" name="Google Shape;19;p2"/>
          <p:cNvGrpSpPr/>
          <p:nvPr/>
        </p:nvGrpSpPr>
        <p:grpSpPr>
          <a:xfrm>
            <a:off x="-506176" y="3349062"/>
            <a:ext cx="3037854" cy="2081781"/>
            <a:chOff x="-448051" y="3180075"/>
            <a:chExt cx="3037854" cy="2081781"/>
          </a:xfrm>
        </p:grpSpPr>
        <p:pic>
          <p:nvPicPr>
            <p:cNvPr id="20" name="Google Shape;20;p2"/>
            <p:cNvPicPr preferRelativeResize="0"/>
            <p:nvPr/>
          </p:nvPicPr>
          <p:blipFill>
            <a:blip r:embed="rId9">
              <a:alphaModFix/>
            </a:blip>
            <a:stretch>
              <a:fillRect/>
            </a:stretch>
          </p:blipFill>
          <p:spPr>
            <a:xfrm rot="1983249">
              <a:off x="-140218" y="3399956"/>
              <a:ext cx="1251384" cy="1500087"/>
            </a:xfrm>
            <a:prstGeom prst="rect">
              <a:avLst/>
            </a:prstGeom>
            <a:noFill/>
            <a:ln>
              <a:noFill/>
            </a:ln>
          </p:spPr>
        </p:pic>
        <p:pic>
          <p:nvPicPr>
            <p:cNvPr id="21" name="Google Shape;21;p2"/>
            <p:cNvPicPr preferRelativeResize="0"/>
            <p:nvPr/>
          </p:nvPicPr>
          <p:blipFill>
            <a:blip r:embed="rId10">
              <a:alphaModFix/>
            </a:blip>
            <a:stretch>
              <a:fillRect/>
            </a:stretch>
          </p:blipFill>
          <p:spPr>
            <a:xfrm rot="3374492">
              <a:off x="1156778" y="3887236"/>
              <a:ext cx="1256818" cy="1095549"/>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sp>
        <p:nvSpPr>
          <p:cNvPr id="23" name="Google Shape;23;p3"/>
          <p:cNvSpPr txBox="1"/>
          <p:nvPr>
            <p:ph type="title"/>
          </p:nvPr>
        </p:nvSpPr>
        <p:spPr>
          <a:xfrm>
            <a:off x="1673100" y="2331763"/>
            <a:ext cx="5797800" cy="8418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4" name="Google Shape;24;p3"/>
          <p:cNvSpPr txBox="1"/>
          <p:nvPr>
            <p:ph hasCustomPrompt="1" idx="2" type="title"/>
          </p:nvPr>
        </p:nvSpPr>
        <p:spPr>
          <a:xfrm>
            <a:off x="3937800" y="1355680"/>
            <a:ext cx="1268400" cy="1023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5" name="Google Shape;25;p3"/>
          <p:cNvSpPr txBox="1"/>
          <p:nvPr>
            <p:ph idx="1" type="subTitle"/>
          </p:nvPr>
        </p:nvSpPr>
        <p:spPr>
          <a:xfrm>
            <a:off x="1673100" y="3230563"/>
            <a:ext cx="5797800" cy="47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6" name="Google Shape;26;p3"/>
          <p:cNvPicPr preferRelativeResize="0"/>
          <p:nvPr/>
        </p:nvPicPr>
        <p:blipFill>
          <a:blip r:embed="rId2">
            <a:alphaModFix/>
          </a:blip>
          <a:stretch>
            <a:fillRect/>
          </a:stretch>
        </p:blipFill>
        <p:spPr>
          <a:xfrm>
            <a:off x="102850" y="169075"/>
            <a:ext cx="869325" cy="759875"/>
          </a:xfrm>
          <a:prstGeom prst="rect">
            <a:avLst/>
          </a:prstGeom>
          <a:noFill/>
          <a:ln>
            <a:noFill/>
          </a:ln>
        </p:spPr>
      </p:pic>
      <p:pic>
        <p:nvPicPr>
          <p:cNvPr id="27" name="Google Shape;27;p3"/>
          <p:cNvPicPr preferRelativeResize="0"/>
          <p:nvPr/>
        </p:nvPicPr>
        <p:blipFill>
          <a:blip r:embed="rId3">
            <a:alphaModFix/>
          </a:blip>
          <a:stretch>
            <a:fillRect/>
          </a:stretch>
        </p:blipFill>
        <p:spPr>
          <a:xfrm flipH="1" rot="10372148">
            <a:off x="72375" y="1402916"/>
            <a:ext cx="912027" cy="1252516"/>
          </a:xfrm>
          <a:prstGeom prst="rect">
            <a:avLst/>
          </a:prstGeom>
          <a:noFill/>
          <a:ln>
            <a:noFill/>
          </a:ln>
        </p:spPr>
      </p:pic>
      <p:pic>
        <p:nvPicPr>
          <p:cNvPr id="28" name="Google Shape;28;p3"/>
          <p:cNvPicPr preferRelativeResize="0"/>
          <p:nvPr/>
        </p:nvPicPr>
        <p:blipFill>
          <a:blip r:embed="rId4">
            <a:alphaModFix/>
          </a:blip>
          <a:stretch>
            <a:fillRect/>
          </a:stretch>
        </p:blipFill>
        <p:spPr>
          <a:xfrm>
            <a:off x="3689625" y="-117775"/>
            <a:ext cx="1835425" cy="840875"/>
          </a:xfrm>
          <a:prstGeom prst="rect">
            <a:avLst/>
          </a:prstGeom>
          <a:noFill/>
          <a:ln>
            <a:noFill/>
          </a:ln>
        </p:spPr>
      </p:pic>
      <p:pic>
        <p:nvPicPr>
          <p:cNvPr id="29" name="Google Shape;29;p3"/>
          <p:cNvPicPr preferRelativeResize="0"/>
          <p:nvPr/>
        </p:nvPicPr>
        <p:blipFill>
          <a:blip r:embed="rId5">
            <a:alphaModFix/>
          </a:blip>
          <a:stretch>
            <a:fillRect/>
          </a:stretch>
        </p:blipFill>
        <p:spPr>
          <a:xfrm>
            <a:off x="8206426" y="92950"/>
            <a:ext cx="869325" cy="832059"/>
          </a:xfrm>
          <a:prstGeom prst="rect">
            <a:avLst/>
          </a:prstGeom>
          <a:noFill/>
          <a:ln>
            <a:noFill/>
          </a:ln>
        </p:spPr>
      </p:pic>
      <p:pic>
        <p:nvPicPr>
          <p:cNvPr id="30" name="Google Shape;30;p3"/>
          <p:cNvPicPr preferRelativeResize="0"/>
          <p:nvPr/>
        </p:nvPicPr>
        <p:blipFill>
          <a:blip r:embed="rId6">
            <a:alphaModFix/>
          </a:blip>
          <a:stretch>
            <a:fillRect/>
          </a:stretch>
        </p:blipFill>
        <p:spPr>
          <a:xfrm rot="919060">
            <a:off x="79076" y="2996100"/>
            <a:ext cx="1622751" cy="1968025"/>
          </a:xfrm>
          <a:prstGeom prst="rect">
            <a:avLst/>
          </a:prstGeom>
          <a:noFill/>
          <a:ln>
            <a:noFill/>
          </a:ln>
        </p:spPr>
      </p:pic>
      <p:pic>
        <p:nvPicPr>
          <p:cNvPr id="31" name="Google Shape;31;p3"/>
          <p:cNvPicPr preferRelativeResize="0"/>
          <p:nvPr/>
        </p:nvPicPr>
        <p:blipFill>
          <a:blip r:embed="rId7">
            <a:alphaModFix/>
          </a:blip>
          <a:stretch>
            <a:fillRect/>
          </a:stretch>
        </p:blipFill>
        <p:spPr>
          <a:xfrm rot="-1259495">
            <a:off x="7474250" y="3655600"/>
            <a:ext cx="2269925" cy="1342400"/>
          </a:xfrm>
          <a:prstGeom prst="rect">
            <a:avLst/>
          </a:prstGeom>
          <a:noFill/>
          <a:ln>
            <a:noFill/>
          </a:ln>
        </p:spPr>
      </p:pic>
      <p:pic>
        <p:nvPicPr>
          <p:cNvPr id="32" name="Google Shape;32;p3"/>
          <p:cNvPicPr preferRelativeResize="0"/>
          <p:nvPr/>
        </p:nvPicPr>
        <p:blipFill>
          <a:blip r:embed="rId8">
            <a:alphaModFix/>
          </a:blip>
          <a:stretch>
            <a:fillRect/>
          </a:stretch>
        </p:blipFill>
        <p:spPr>
          <a:xfrm rot="1983249">
            <a:off x="7058207" y="1608181"/>
            <a:ext cx="1251384" cy="1500087"/>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3" name="Shape 33"/>
        <p:cNvGrpSpPr/>
        <p:nvPr/>
      </p:nvGrpSpPr>
      <p:grpSpPr>
        <a:xfrm>
          <a:off x="0" y="0"/>
          <a:ext cx="0" cy="0"/>
          <a:chOff x="0" y="0"/>
          <a:chExt cx="0" cy="0"/>
        </a:xfrm>
      </p:grpSpPr>
      <p:sp>
        <p:nvSpPr>
          <p:cNvPr id="34" name="Google Shape;34;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 name="Google Shape;35;p4"/>
          <p:cNvSpPr txBox="1"/>
          <p:nvPr>
            <p:ph idx="1" type="body"/>
          </p:nvPr>
        </p:nvSpPr>
        <p:spPr>
          <a:xfrm>
            <a:off x="720000" y="1152475"/>
            <a:ext cx="7704000" cy="420600"/>
          </a:xfrm>
          <a:prstGeom prst="rect">
            <a:avLst/>
          </a:prstGeom>
        </p:spPr>
        <p:txBody>
          <a:bodyPr anchorCtr="0" anchor="t" bIns="91425" lIns="91425" spcFirstLastPara="1" rIns="91425" wrap="square" tIns="91425">
            <a:noAutofit/>
          </a:bodyPr>
          <a:lstStyle>
            <a:lvl1pPr indent="-342900" lvl="0" marL="457200" rtl="0" algn="ctr">
              <a:lnSpc>
                <a:spcPct val="115000"/>
              </a:lnSpc>
              <a:spcBef>
                <a:spcPts val="0"/>
              </a:spcBef>
              <a:spcAft>
                <a:spcPts val="0"/>
              </a:spcAft>
              <a:buClr>
                <a:schemeClr val="accent1"/>
              </a:buClr>
              <a:buSzPts val="1800"/>
              <a:buFont typeface="Darker Grotesque SemiBold"/>
              <a:buChar char="●"/>
              <a:defRPr sz="120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pic>
        <p:nvPicPr>
          <p:cNvPr id="36" name="Google Shape;36;p4"/>
          <p:cNvPicPr preferRelativeResize="0"/>
          <p:nvPr/>
        </p:nvPicPr>
        <p:blipFill>
          <a:blip r:embed="rId2">
            <a:alphaModFix/>
          </a:blip>
          <a:stretch>
            <a:fillRect/>
          </a:stretch>
        </p:blipFill>
        <p:spPr>
          <a:xfrm>
            <a:off x="122725" y="4250400"/>
            <a:ext cx="846675" cy="810375"/>
          </a:xfrm>
          <a:prstGeom prst="rect">
            <a:avLst/>
          </a:prstGeom>
          <a:noFill/>
          <a:ln>
            <a:noFill/>
          </a:ln>
        </p:spPr>
      </p:pic>
      <p:pic>
        <p:nvPicPr>
          <p:cNvPr id="37" name="Google Shape;37;p4"/>
          <p:cNvPicPr preferRelativeResize="0"/>
          <p:nvPr/>
        </p:nvPicPr>
        <p:blipFill>
          <a:blip r:embed="rId3">
            <a:alphaModFix/>
          </a:blip>
          <a:stretch>
            <a:fillRect/>
          </a:stretch>
        </p:blipFill>
        <p:spPr>
          <a:xfrm rot="3880266">
            <a:off x="8021767" y="15827"/>
            <a:ext cx="1058091" cy="922321"/>
          </a:xfrm>
          <a:prstGeom prst="rect">
            <a:avLst/>
          </a:prstGeom>
          <a:noFill/>
          <a:ln>
            <a:noFill/>
          </a:ln>
        </p:spPr>
      </p:pic>
      <p:pic>
        <p:nvPicPr>
          <p:cNvPr id="38" name="Google Shape;38;p4"/>
          <p:cNvPicPr preferRelativeResize="0"/>
          <p:nvPr/>
        </p:nvPicPr>
        <p:blipFill>
          <a:blip r:embed="rId4">
            <a:alphaModFix/>
          </a:blip>
          <a:stretch>
            <a:fillRect/>
          </a:stretch>
        </p:blipFill>
        <p:spPr>
          <a:xfrm flipH="1">
            <a:off x="8096575" y="3810700"/>
            <a:ext cx="1004975" cy="1332800"/>
          </a:xfrm>
          <a:prstGeom prst="rect">
            <a:avLst/>
          </a:prstGeom>
          <a:noFill/>
          <a:ln>
            <a:noFill/>
          </a:ln>
        </p:spPr>
      </p:pic>
      <p:pic>
        <p:nvPicPr>
          <p:cNvPr id="39" name="Google Shape;39;p4"/>
          <p:cNvPicPr preferRelativeResize="0"/>
          <p:nvPr/>
        </p:nvPicPr>
        <p:blipFill>
          <a:blip r:embed="rId5">
            <a:alphaModFix/>
          </a:blip>
          <a:stretch>
            <a:fillRect/>
          </a:stretch>
        </p:blipFill>
        <p:spPr>
          <a:xfrm>
            <a:off x="-323725" y="53500"/>
            <a:ext cx="1185575" cy="11448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0" name="Shape 40"/>
        <p:cNvGrpSpPr/>
        <p:nvPr/>
      </p:nvGrpSpPr>
      <p:grpSpPr>
        <a:xfrm>
          <a:off x="0" y="0"/>
          <a:ext cx="0" cy="0"/>
          <a:chOff x="0" y="0"/>
          <a:chExt cx="0" cy="0"/>
        </a:xfrm>
      </p:grpSpPr>
      <p:sp>
        <p:nvSpPr>
          <p:cNvPr id="41" name="Google Shape;41;p5"/>
          <p:cNvSpPr txBox="1"/>
          <p:nvPr>
            <p:ph idx="1" type="subTitle"/>
          </p:nvPr>
        </p:nvSpPr>
        <p:spPr>
          <a:xfrm>
            <a:off x="1230125" y="2213325"/>
            <a:ext cx="3120600" cy="572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2" name="Google Shape;42;p5"/>
          <p:cNvSpPr txBox="1"/>
          <p:nvPr>
            <p:ph idx="2" type="subTitle"/>
          </p:nvPr>
        </p:nvSpPr>
        <p:spPr>
          <a:xfrm>
            <a:off x="4793275" y="2213325"/>
            <a:ext cx="31206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 name="Google Shape;43;p5"/>
          <p:cNvSpPr txBox="1"/>
          <p:nvPr>
            <p:ph idx="3" type="subTitle"/>
          </p:nvPr>
        </p:nvSpPr>
        <p:spPr>
          <a:xfrm>
            <a:off x="1230125" y="2726126"/>
            <a:ext cx="3120600" cy="116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 name="Google Shape;44;p5"/>
          <p:cNvSpPr txBox="1"/>
          <p:nvPr>
            <p:ph idx="4" type="subTitle"/>
          </p:nvPr>
        </p:nvSpPr>
        <p:spPr>
          <a:xfrm>
            <a:off x="4793275" y="2726126"/>
            <a:ext cx="3120600" cy="116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 name="Google Shape;45;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46" name="Google Shape;46;p5"/>
          <p:cNvPicPr preferRelativeResize="0"/>
          <p:nvPr/>
        </p:nvPicPr>
        <p:blipFill>
          <a:blip r:embed="rId2">
            <a:alphaModFix/>
          </a:blip>
          <a:stretch>
            <a:fillRect/>
          </a:stretch>
        </p:blipFill>
        <p:spPr>
          <a:xfrm flipH="1">
            <a:off x="8097576" y="0"/>
            <a:ext cx="924775" cy="1226425"/>
          </a:xfrm>
          <a:prstGeom prst="rect">
            <a:avLst/>
          </a:prstGeom>
          <a:noFill/>
          <a:ln>
            <a:noFill/>
          </a:ln>
        </p:spPr>
      </p:pic>
      <p:pic>
        <p:nvPicPr>
          <p:cNvPr id="47" name="Google Shape;47;p5"/>
          <p:cNvPicPr preferRelativeResize="0"/>
          <p:nvPr/>
        </p:nvPicPr>
        <p:blipFill>
          <a:blip r:embed="rId3">
            <a:alphaModFix/>
          </a:blip>
          <a:stretch>
            <a:fillRect/>
          </a:stretch>
        </p:blipFill>
        <p:spPr>
          <a:xfrm>
            <a:off x="-130771" y="-14526"/>
            <a:ext cx="1208496" cy="1167000"/>
          </a:xfrm>
          <a:prstGeom prst="rect">
            <a:avLst/>
          </a:prstGeom>
          <a:noFill/>
          <a:ln>
            <a:noFill/>
          </a:ln>
        </p:spPr>
      </p:pic>
      <p:pic>
        <p:nvPicPr>
          <p:cNvPr id="48" name="Google Shape;48;p5"/>
          <p:cNvPicPr preferRelativeResize="0"/>
          <p:nvPr/>
        </p:nvPicPr>
        <p:blipFill>
          <a:blip r:embed="rId4">
            <a:alphaModFix/>
          </a:blip>
          <a:stretch>
            <a:fillRect/>
          </a:stretch>
        </p:blipFill>
        <p:spPr>
          <a:xfrm flipH="1" rot="3599937">
            <a:off x="8103963" y="4063417"/>
            <a:ext cx="912027" cy="1252515"/>
          </a:xfrm>
          <a:prstGeom prst="rect">
            <a:avLst/>
          </a:prstGeom>
          <a:noFill/>
          <a:ln>
            <a:noFill/>
          </a:ln>
        </p:spPr>
      </p:pic>
      <p:grpSp>
        <p:nvGrpSpPr>
          <p:cNvPr id="49" name="Google Shape;49;p5"/>
          <p:cNvGrpSpPr/>
          <p:nvPr/>
        </p:nvGrpSpPr>
        <p:grpSpPr>
          <a:xfrm>
            <a:off x="-1752963" y="1051662"/>
            <a:ext cx="12662078" cy="3217607"/>
            <a:chOff x="-1752963" y="1051662"/>
            <a:chExt cx="12662078" cy="3217607"/>
          </a:xfrm>
        </p:grpSpPr>
        <p:pic>
          <p:nvPicPr>
            <p:cNvPr id="50" name="Google Shape;50;p5"/>
            <p:cNvPicPr preferRelativeResize="0"/>
            <p:nvPr/>
          </p:nvPicPr>
          <p:blipFill>
            <a:blip r:embed="rId5">
              <a:alphaModFix/>
            </a:blip>
            <a:stretch>
              <a:fillRect/>
            </a:stretch>
          </p:blipFill>
          <p:spPr>
            <a:xfrm rot="-4122418">
              <a:off x="8215748" y="1751305"/>
              <a:ext cx="2677429" cy="1864290"/>
            </a:xfrm>
            <a:prstGeom prst="rect">
              <a:avLst/>
            </a:prstGeom>
            <a:noFill/>
            <a:ln>
              <a:noFill/>
            </a:ln>
          </p:spPr>
        </p:pic>
        <p:pic>
          <p:nvPicPr>
            <p:cNvPr id="51" name="Google Shape;51;p5"/>
            <p:cNvPicPr preferRelativeResize="0"/>
            <p:nvPr/>
          </p:nvPicPr>
          <p:blipFill>
            <a:blip r:embed="rId5">
              <a:alphaModFix/>
            </a:blip>
            <a:stretch>
              <a:fillRect/>
            </a:stretch>
          </p:blipFill>
          <p:spPr>
            <a:xfrm flipH="1" rot="4088753">
              <a:off x="-1728190" y="1709005"/>
              <a:ext cx="2677429" cy="1864291"/>
            </a:xfrm>
            <a:prstGeom prst="rect">
              <a:avLst/>
            </a:prstGeom>
            <a:noFill/>
            <a:ln>
              <a:noFill/>
            </a:ln>
          </p:spPr>
        </p:pic>
      </p:grpSp>
      <p:pic>
        <p:nvPicPr>
          <p:cNvPr id="52" name="Google Shape;52;p5"/>
          <p:cNvPicPr preferRelativeResize="0"/>
          <p:nvPr/>
        </p:nvPicPr>
        <p:blipFill>
          <a:blip r:embed="rId6">
            <a:alphaModFix/>
          </a:blip>
          <a:stretch>
            <a:fillRect/>
          </a:stretch>
        </p:blipFill>
        <p:spPr>
          <a:xfrm flipH="1">
            <a:off x="91325" y="4230638"/>
            <a:ext cx="1028400" cy="898925"/>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3" name="Shape 53"/>
        <p:cNvGrpSpPr/>
        <p:nvPr/>
      </p:nvGrpSpPr>
      <p:grpSpPr>
        <a:xfrm>
          <a:off x="0" y="0"/>
          <a:ext cx="0" cy="0"/>
          <a:chOff x="0" y="0"/>
          <a:chExt cx="0" cy="0"/>
        </a:xfrm>
      </p:grpSpPr>
      <p:sp>
        <p:nvSpPr>
          <p:cNvPr id="54" name="Google Shape;54;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55" name="Google Shape;55;p6"/>
          <p:cNvPicPr preferRelativeResize="0"/>
          <p:nvPr/>
        </p:nvPicPr>
        <p:blipFill>
          <a:blip r:embed="rId2">
            <a:alphaModFix/>
          </a:blip>
          <a:stretch>
            <a:fillRect/>
          </a:stretch>
        </p:blipFill>
        <p:spPr>
          <a:xfrm flipH="1">
            <a:off x="8177375" y="37600"/>
            <a:ext cx="966625" cy="844943"/>
          </a:xfrm>
          <a:prstGeom prst="rect">
            <a:avLst/>
          </a:prstGeom>
          <a:noFill/>
          <a:ln>
            <a:noFill/>
          </a:ln>
        </p:spPr>
      </p:pic>
      <p:pic>
        <p:nvPicPr>
          <p:cNvPr id="56" name="Google Shape;56;p6"/>
          <p:cNvPicPr preferRelativeResize="0"/>
          <p:nvPr/>
        </p:nvPicPr>
        <p:blipFill>
          <a:blip r:embed="rId3">
            <a:alphaModFix/>
          </a:blip>
          <a:stretch>
            <a:fillRect/>
          </a:stretch>
        </p:blipFill>
        <p:spPr>
          <a:xfrm>
            <a:off x="8177373" y="4125775"/>
            <a:ext cx="1104400" cy="1057050"/>
          </a:xfrm>
          <a:prstGeom prst="rect">
            <a:avLst/>
          </a:prstGeom>
          <a:noFill/>
          <a:ln>
            <a:noFill/>
          </a:ln>
        </p:spPr>
      </p:pic>
      <p:pic>
        <p:nvPicPr>
          <p:cNvPr id="57" name="Google Shape;57;p6"/>
          <p:cNvPicPr preferRelativeResize="0"/>
          <p:nvPr/>
        </p:nvPicPr>
        <p:blipFill>
          <a:blip r:embed="rId4">
            <a:alphaModFix/>
          </a:blip>
          <a:stretch>
            <a:fillRect/>
          </a:stretch>
        </p:blipFill>
        <p:spPr>
          <a:xfrm>
            <a:off x="-384400" y="-322675"/>
            <a:ext cx="1525975" cy="1565500"/>
          </a:xfrm>
          <a:prstGeom prst="rect">
            <a:avLst/>
          </a:prstGeom>
          <a:noFill/>
          <a:ln>
            <a:noFill/>
          </a:ln>
        </p:spPr>
      </p:pic>
      <p:pic>
        <p:nvPicPr>
          <p:cNvPr id="58" name="Google Shape;58;p6"/>
          <p:cNvPicPr preferRelativeResize="0"/>
          <p:nvPr/>
        </p:nvPicPr>
        <p:blipFill>
          <a:blip r:embed="rId5">
            <a:alphaModFix/>
          </a:blip>
          <a:stretch>
            <a:fillRect/>
          </a:stretch>
        </p:blipFill>
        <p:spPr>
          <a:xfrm flipH="1" rot="788630">
            <a:off x="-464692" y="3692855"/>
            <a:ext cx="1186261" cy="1438664"/>
          </a:xfrm>
          <a:prstGeom prst="rect">
            <a:avLst/>
          </a:prstGeom>
          <a:noFill/>
          <a:ln>
            <a:noFill/>
          </a:ln>
        </p:spPr>
      </p:pic>
      <p:pic>
        <p:nvPicPr>
          <p:cNvPr id="59" name="Google Shape;59;p6"/>
          <p:cNvPicPr preferRelativeResize="0"/>
          <p:nvPr/>
        </p:nvPicPr>
        <p:blipFill>
          <a:blip r:embed="rId6">
            <a:alphaModFix/>
          </a:blip>
          <a:stretch>
            <a:fillRect/>
          </a:stretch>
        </p:blipFill>
        <p:spPr>
          <a:xfrm flipH="1" rot="1939691">
            <a:off x="-135224" y="1806316"/>
            <a:ext cx="646198" cy="887445"/>
          </a:xfrm>
          <a:prstGeom prst="rect">
            <a:avLst/>
          </a:prstGeom>
          <a:noFill/>
          <a:ln>
            <a:noFill/>
          </a:ln>
        </p:spPr>
      </p:pic>
      <p:pic>
        <p:nvPicPr>
          <p:cNvPr id="60" name="Google Shape;60;p6"/>
          <p:cNvPicPr preferRelativeResize="0"/>
          <p:nvPr/>
        </p:nvPicPr>
        <p:blipFill>
          <a:blip r:embed="rId7">
            <a:alphaModFix/>
          </a:blip>
          <a:stretch>
            <a:fillRect/>
          </a:stretch>
        </p:blipFill>
        <p:spPr>
          <a:xfrm rot="1983246">
            <a:off x="8633113" y="2062241"/>
            <a:ext cx="850073" cy="1019018"/>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1" name="Shape 61"/>
        <p:cNvGrpSpPr/>
        <p:nvPr/>
      </p:nvGrpSpPr>
      <p:grpSpPr>
        <a:xfrm>
          <a:off x="0" y="0"/>
          <a:ext cx="0" cy="0"/>
          <a:chOff x="0" y="0"/>
          <a:chExt cx="0" cy="0"/>
        </a:xfrm>
      </p:grpSpPr>
      <p:sp>
        <p:nvSpPr>
          <p:cNvPr id="62" name="Google Shape;62;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3" name="Google Shape;63;p7"/>
          <p:cNvSpPr txBox="1"/>
          <p:nvPr>
            <p:ph idx="1" type="body"/>
          </p:nvPr>
        </p:nvSpPr>
        <p:spPr>
          <a:xfrm>
            <a:off x="726450" y="1595925"/>
            <a:ext cx="4133700" cy="2309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64" name="Google Shape;64;p7"/>
          <p:cNvSpPr/>
          <p:nvPr>
            <p:ph idx="2" type="pic"/>
          </p:nvPr>
        </p:nvSpPr>
        <p:spPr>
          <a:xfrm>
            <a:off x="5270900" y="1308075"/>
            <a:ext cx="2902800" cy="2885100"/>
          </a:xfrm>
          <a:prstGeom prst="ellipse">
            <a:avLst/>
          </a:prstGeom>
          <a:noFill/>
          <a:ln cap="flat" cmpd="sng" w="28575">
            <a:solidFill>
              <a:schemeClr val="accent4"/>
            </a:solidFill>
            <a:prstDash val="solid"/>
            <a:round/>
            <a:headEnd len="sm" w="sm" type="none"/>
            <a:tailEnd len="sm" w="sm" type="none"/>
          </a:ln>
        </p:spPr>
      </p:sp>
      <p:pic>
        <p:nvPicPr>
          <p:cNvPr id="65" name="Google Shape;65;p7"/>
          <p:cNvPicPr preferRelativeResize="0"/>
          <p:nvPr/>
        </p:nvPicPr>
        <p:blipFill>
          <a:blip r:embed="rId2">
            <a:alphaModFix/>
          </a:blip>
          <a:stretch>
            <a:fillRect/>
          </a:stretch>
        </p:blipFill>
        <p:spPr>
          <a:xfrm rot="1983269">
            <a:off x="8060876" y="3948336"/>
            <a:ext cx="1148723" cy="1377031"/>
          </a:xfrm>
          <a:prstGeom prst="rect">
            <a:avLst/>
          </a:prstGeom>
          <a:noFill/>
          <a:ln>
            <a:noFill/>
          </a:ln>
        </p:spPr>
      </p:pic>
      <p:pic>
        <p:nvPicPr>
          <p:cNvPr id="66" name="Google Shape;66;p7"/>
          <p:cNvPicPr preferRelativeResize="0"/>
          <p:nvPr/>
        </p:nvPicPr>
        <p:blipFill>
          <a:blip r:embed="rId3">
            <a:alphaModFix/>
          </a:blip>
          <a:stretch>
            <a:fillRect/>
          </a:stretch>
        </p:blipFill>
        <p:spPr>
          <a:xfrm flipH="1" rot="-3448301">
            <a:off x="133816" y="-8264"/>
            <a:ext cx="1256818" cy="1095549"/>
          </a:xfrm>
          <a:prstGeom prst="rect">
            <a:avLst/>
          </a:prstGeom>
          <a:noFill/>
          <a:ln>
            <a:noFill/>
          </a:ln>
        </p:spPr>
      </p:pic>
      <p:pic>
        <p:nvPicPr>
          <p:cNvPr id="67" name="Google Shape;67;p7"/>
          <p:cNvPicPr preferRelativeResize="0"/>
          <p:nvPr/>
        </p:nvPicPr>
        <p:blipFill>
          <a:blip r:embed="rId4">
            <a:alphaModFix/>
          </a:blip>
          <a:stretch>
            <a:fillRect/>
          </a:stretch>
        </p:blipFill>
        <p:spPr>
          <a:xfrm flipH="1">
            <a:off x="7710050" y="-1"/>
            <a:ext cx="2941250" cy="2047975"/>
          </a:xfrm>
          <a:prstGeom prst="rect">
            <a:avLst/>
          </a:prstGeom>
          <a:noFill/>
          <a:ln>
            <a:noFill/>
          </a:ln>
        </p:spPr>
      </p:pic>
      <p:pic>
        <p:nvPicPr>
          <p:cNvPr id="68" name="Google Shape;68;p7"/>
          <p:cNvPicPr preferRelativeResize="0"/>
          <p:nvPr/>
        </p:nvPicPr>
        <p:blipFill>
          <a:blip r:embed="rId5">
            <a:alphaModFix/>
          </a:blip>
          <a:stretch>
            <a:fillRect/>
          </a:stretch>
        </p:blipFill>
        <p:spPr>
          <a:xfrm>
            <a:off x="116437" y="4193174"/>
            <a:ext cx="927125" cy="88735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9" name="Shape 69"/>
        <p:cNvGrpSpPr/>
        <p:nvPr/>
      </p:nvGrpSpPr>
      <p:grpSpPr>
        <a:xfrm>
          <a:off x="0" y="0"/>
          <a:ext cx="0" cy="0"/>
          <a:chOff x="0" y="0"/>
          <a:chExt cx="0" cy="0"/>
        </a:xfrm>
      </p:grpSpPr>
      <p:sp>
        <p:nvSpPr>
          <p:cNvPr id="70" name="Google Shape;70;p8"/>
          <p:cNvSpPr txBox="1"/>
          <p:nvPr>
            <p:ph type="title"/>
          </p:nvPr>
        </p:nvSpPr>
        <p:spPr>
          <a:xfrm>
            <a:off x="2241750" y="1709575"/>
            <a:ext cx="4660500" cy="2284200"/>
          </a:xfrm>
          <a:prstGeom prst="rect">
            <a:avLst/>
          </a:prstGeom>
          <a:ln>
            <a:noFill/>
          </a:ln>
        </p:spPr>
        <p:txBody>
          <a:bodyPr anchorCtr="0" anchor="ctr" bIns="91425" lIns="91425" spcFirstLastPara="1" rIns="91425" wrap="square" tIns="91425">
            <a:noAutofit/>
          </a:bodyPr>
          <a:lstStyle>
            <a:lvl1pPr lvl="0" algn="ctr">
              <a:lnSpc>
                <a:spcPct val="90000"/>
              </a:lnSpc>
              <a:spcBef>
                <a:spcPts val="0"/>
              </a:spcBef>
              <a:spcAft>
                <a:spcPts val="0"/>
              </a:spcAft>
              <a:buSzPts val="6000"/>
              <a:buNone/>
              <a:defRPr sz="8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pic>
        <p:nvPicPr>
          <p:cNvPr id="71" name="Google Shape;71;p8"/>
          <p:cNvPicPr preferRelativeResize="0"/>
          <p:nvPr/>
        </p:nvPicPr>
        <p:blipFill>
          <a:blip r:embed="rId2">
            <a:alphaModFix/>
          </a:blip>
          <a:stretch>
            <a:fillRect/>
          </a:stretch>
        </p:blipFill>
        <p:spPr>
          <a:xfrm>
            <a:off x="8430775" y="2065287"/>
            <a:ext cx="659925" cy="576850"/>
          </a:xfrm>
          <a:prstGeom prst="rect">
            <a:avLst/>
          </a:prstGeom>
          <a:noFill/>
          <a:ln>
            <a:noFill/>
          </a:ln>
        </p:spPr>
      </p:pic>
      <p:pic>
        <p:nvPicPr>
          <p:cNvPr id="72" name="Google Shape;72;p8"/>
          <p:cNvPicPr preferRelativeResize="0"/>
          <p:nvPr/>
        </p:nvPicPr>
        <p:blipFill>
          <a:blip r:embed="rId3">
            <a:alphaModFix/>
          </a:blip>
          <a:stretch>
            <a:fillRect/>
          </a:stretch>
        </p:blipFill>
        <p:spPr>
          <a:xfrm flipH="1" rot="10372157">
            <a:off x="57435" y="1599817"/>
            <a:ext cx="705930" cy="969466"/>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SECTION_TITLE_AND_DESCRIPTION">
    <p:bg>
      <p:bgPr>
        <a:solidFill>
          <a:schemeClr val="accent6"/>
        </a:solidFill>
      </p:bgPr>
    </p:bg>
    <p:spTree>
      <p:nvGrpSpPr>
        <p:cNvPr id="73" name="Shape 73"/>
        <p:cNvGrpSpPr/>
        <p:nvPr/>
      </p:nvGrpSpPr>
      <p:grpSpPr>
        <a:xfrm>
          <a:off x="0" y="0"/>
          <a:ext cx="0" cy="0"/>
          <a:chOff x="0" y="0"/>
          <a:chExt cx="0" cy="0"/>
        </a:xfrm>
      </p:grpSpPr>
      <p:sp>
        <p:nvSpPr>
          <p:cNvPr id="74" name="Google Shape;74;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5" name="Google Shape;75;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6" name="Google Shape;76;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77" name="Google Shape;77;p9"/>
          <p:cNvPicPr preferRelativeResize="0"/>
          <p:nvPr/>
        </p:nvPicPr>
        <p:blipFill>
          <a:blip r:embed="rId2">
            <a:alphaModFix/>
          </a:blip>
          <a:stretch>
            <a:fillRect/>
          </a:stretch>
        </p:blipFill>
        <p:spPr>
          <a:xfrm rot="2864689">
            <a:off x="8145132" y="3674010"/>
            <a:ext cx="1247962" cy="1476851"/>
          </a:xfrm>
          <a:prstGeom prst="rect">
            <a:avLst/>
          </a:prstGeom>
          <a:noFill/>
          <a:ln>
            <a:noFill/>
          </a:ln>
        </p:spPr>
      </p:pic>
      <p:pic>
        <p:nvPicPr>
          <p:cNvPr id="78" name="Google Shape;78;p9"/>
          <p:cNvPicPr preferRelativeResize="0"/>
          <p:nvPr/>
        </p:nvPicPr>
        <p:blipFill>
          <a:blip r:embed="rId3">
            <a:alphaModFix/>
          </a:blip>
          <a:stretch>
            <a:fillRect/>
          </a:stretch>
        </p:blipFill>
        <p:spPr>
          <a:xfrm>
            <a:off x="-177050" y="3972775"/>
            <a:ext cx="1230575" cy="1262450"/>
          </a:xfrm>
          <a:prstGeom prst="rect">
            <a:avLst/>
          </a:prstGeom>
          <a:noFill/>
          <a:ln>
            <a:noFill/>
          </a:ln>
        </p:spPr>
      </p:pic>
      <p:grpSp>
        <p:nvGrpSpPr>
          <p:cNvPr id="79" name="Google Shape;79;p9"/>
          <p:cNvGrpSpPr/>
          <p:nvPr/>
        </p:nvGrpSpPr>
        <p:grpSpPr>
          <a:xfrm>
            <a:off x="-382424" y="1580128"/>
            <a:ext cx="9752222" cy="1342974"/>
            <a:chOff x="-382424" y="1580128"/>
            <a:chExt cx="9752222" cy="1342974"/>
          </a:xfrm>
        </p:grpSpPr>
        <p:pic>
          <p:nvPicPr>
            <p:cNvPr id="80" name="Google Shape;80;p9"/>
            <p:cNvPicPr preferRelativeResize="0"/>
            <p:nvPr/>
          </p:nvPicPr>
          <p:blipFill>
            <a:blip r:embed="rId4">
              <a:alphaModFix/>
            </a:blip>
            <a:stretch>
              <a:fillRect/>
            </a:stretch>
          </p:blipFill>
          <p:spPr>
            <a:xfrm flipH="1" rot="10563749">
              <a:off x="-343383" y="1607904"/>
              <a:ext cx="849067" cy="1166049"/>
            </a:xfrm>
            <a:prstGeom prst="rect">
              <a:avLst/>
            </a:prstGeom>
            <a:noFill/>
            <a:ln>
              <a:noFill/>
            </a:ln>
          </p:spPr>
        </p:pic>
        <p:pic>
          <p:nvPicPr>
            <p:cNvPr id="81" name="Google Shape;81;p9"/>
            <p:cNvPicPr preferRelativeResize="0"/>
            <p:nvPr/>
          </p:nvPicPr>
          <p:blipFill>
            <a:blip r:embed="rId4">
              <a:alphaModFix/>
            </a:blip>
            <a:stretch>
              <a:fillRect/>
            </a:stretch>
          </p:blipFill>
          <p:spPr>
            <a:xfrm flipH="1" rot="-781565">
              <a:off x="8490855" y="1792943"/>
              <a:ext cx="769710" cy="1057018"/>
            </a:xfrm>
            <a:prstGeom prst="rect">
              <a:avLst/>
            </a:prstGeom>
            <a:noFill/>
            <a:ln>
              <a:noFill/>
            </a:ln>
          </p:spPr>
        </p:pic>
      </p:grpSp>
      <p:pic>
        <p:nvPicPr>
          <p:cNvPr id="82" name="Google Shape;82;p9"/>
          <p:cNvPicPr preferRelativeResize="0"/>
          <p:nvPr/>
        </p:nvPicPr>
        <p:blipFill>
          <a:blip r:embed="rId5">
            <a:alphaModFix/>
          </a:blip>
          <a:stretch>
            <a:fillRect/>
          </a:stretch>
        </p:blipFill>
        <p:spPr>
          <a:xfrm rot="10800000">
            <a:off x="-1" y="-806887"/>
            <a:ext cx="2247651" cy="1931876"/>
          </a:xfrm>
          <a:prstGeom prst="rect">
            <a:avLst/>
          </a:prstGeom>
          <a:noFill/>
          <a:ln>
            <a:noFill/>
          </a:ln>
        </p:spPr>
      </p:pic>
      <p:pic>
        <p:nvPicPr>
          <p:cNvPr id="83" name="Google Shape;83;p9"/>
          <p:cNvPicPr preferRelativeResize="0"/>
          <p:nvPr/>
        </p:nvPicPr>
        <p:blipFill>
          <a:blip r:embed="rId6">
            <a:alphaModFix/>
          </a:blip>
          <a:stretch>
            <a:fillRect/>
          </a:stretch>
        </p:blipFill>
        <p:spPr>
          <a:xfrm>
            <a:off x="8007650" y="27675"/>
            <a:ext cx="1136350" cy="1097325"/>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4" name="Shape 84"/>
        <p:cNvGrpSpPr/>
        <p:nvPr/>
      </p:nvGrpSpPr>
      <p:grpSpPr>
        <a:xfrm>
          <a:off x="0" y="0"/>
          <a:ext cx="0" cy="0"/>
          <a:chOff x="0" y="0"/>
          <a:chExt cx="0" cy="0"/>
        </a:xfrm>
      </p:grpSpPr>
      <p:sp>
        <p:nvSpPr>
          <p:cNvPr id="85" name="Google Shape;85;p10"/>
          <p:cNvSpPr/>
          <p:nvPr>
            <p:ph idx="2" type="pic"/>
          </p:nvPr>
        </p:nvSpPr>
        <p:spPr>
          <a:xfrm>
            <a:off x="0" y="0"/>
            <a:ext cx="9144000" cy="5143500"/>
          </a:xfrm>
          <a:prstGeom prst="rect">
            <a:avLst/>
          </a:prstGeom>
          <a:noFill/>
          <a:ln>
            <a:noFill/>
          </a:ln>
        </p:spPr>
      </p:sp>
      <p:sp>
        <p:nvSpPr>
          <p:cNvPr id="86" name="Google Shape;86;p10"/>
          <p:cNvSpPr txBox="1"/>
          <p:nvPr>
            <p:ph type="title"/>
          </p:nvPr>
        </p:nvSpPr>
        <p:spPr>
          <a:xfrm>
            <a:off x="713225" y="2958800"/>
            <a:ext cx="2296500" cy="1645200"/>
          </a:xfrm>
          <a:prstGeom prst="rect">
            <a:avLst/>
          </a:prstGeom>
          <a:solidFill>
            <a:schemeClr val="accent6"/>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7" name="Shape 87"/>
        <p:cNvGrpSpPr/>
        <p:nvPr/>
      </p:nvGrpSpPr>
      <p:grpSpPr>
        <a:xfrm>
          <a:off x="0" y="0"/>
          <a:ext cx="0" cy="0"/>
          <a:chOff x="0" y="0"/>
          <a:chExt cx="0" cy="0"/>
        </a:xfrm>
      </p:grpSpPr>
      <p:sp>
        <p:nvSpPr>
          <p:cNvPr id="88" name="Google Shape;88;p11"/>
          <p:cNvSpPr txBox="1"/>
          <p:nvPr>
            <p:ph hasCustomPrompt="1" type="title"/>
          </p:nvPr>
        </p:nvSpPr>
        <p:spPr>
          <a:xfrm>
            <a:off x="1284000" y="1952850"/>
            <a:ext cx="6576000" cy="799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9" name="Google Shape;89;p11"/>
          <p:cNvSpPr txBox="1"/>
          <p:nvPr>
            <p:ph idx="1" type="subTitle"/>
          </p:nvPr>
        </p:nvSpPr>
        <p:spPr>
          <a:xfrm>
            <a:off x="1284000" y="281625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90" name="Google Shape;90;p11"/>
          <p:cNvGrpSpPr/>
          <p:nvPr/>
        </p:nvGrpSpPr>
        <p:grpSpPr>
          <a:xfrm>
            <a:off x="-121206" y="-173617"/>
            <a:ext cx="7706251" cy="5636911"/>
            <a:chOff x="-121206" y="-173617"/>
            <a:chExt cx="7706251" cy="5636911"/>
          </a:xfrm>
        </p:grpSpPr>
        <p:pic>
          <p:nvPicPr>
            <p:cNvPr id="91" name="Google Shape;91;p11"/>
            <p:cNvPicPr preferRelativeResize="0"/>
            <p:nvPr/>
          </p:nvPicPr>
          <p:blipFill>
            <a:blip r:embed="rId2">
              <a:alphaModFix/>
            </a:blip>
            <a:stretch>
              <a:fillRect/>
            </a:stretch>
          </p:blipFill>
          <p:spPr>
            <a:xfrm flipH="1" rot="-6917001">
              <a:off x="183812" y="-120083"/>
              <a:ext cx="912027" cy="1252515"/>
            </a:xfrm>
            <a:prstGeom prst="rect">
              <a:avLst/>
            </a:prstGeom>
            <a:noFill/>
            <a:ln>
              <a:noFill/>
            </a:ln>
          </p:spPr>
        </p:pic>
        <p:pic>
          <p:nvPicPr>
            <p:cNvPr id="92" name="Google Shape;92;p11"/>
            <p:cNvPicPr preferRelativeResize="0"/>
            <p:nvPr/>
          </p:nvPicPr>
          <p:blipFill>
            <a:blip r:embed="rId2">
              <a:alphaModFix/>
            </a:blip>
            <a:stretch>
              <a:fillRect/>
            </a:stretch>
          </p:blipFill>
          <p:spPr>
            <a:xfrm flipH="1" rot="3599937">
              <a:off x="6358663" y="4128992"/>
              <a:ext cx="912027" cy="1252515"/>
            </a:xfrm>
            <a:prstGeom prst="rect">
              <a:avLst/>
            </a:prstGeom>
            <a:noFill/>
            <a:ln>
              <a:noFill/>
            </a:ln>
          </p:spPr>
        </p:pic>
      </p:grpSp>
      <p:pic>
        <p:nvPicPr>
          <p:cNvPr id="93" name="Google Shape;93;p11"/>
          <p:cNvPicPr preferRelativeResize="0"/>
          <p:nvPr/>
        </p:nvPicPr>
        <p:blipFill>
          <a:blip r:embed="rId3">
            <a:alphaModFix/>
          </a:blip>
          <a:stretch>
            <a:fillRect/>
          </a:stretch>
        </p:blipFill>
        <p:spPr>
          <a:xfrm flipH="1">
            <a:off x="87623" y="3991500"/>
            <a:ext cx="1104400" cy="1057050"/>
          </a:xfrm>
          <a:prstGeom prst="rect">
            <a:avLst/>
          </a:prstGeom>
          <a:noFill/>
          <a:ln>
            <a:noFill/>
          </a:ln>
        </p:spPr>
      </p:pic>
      <p:pic>
        <p:nvPicPr>
          <p:cNvPr id="94" name="Google Shape;94;p11"/>
          <p:cNvPicPr preferRelativeResize="0"/>
          <p:nvPr/>
        </p:nvPicPr>
        <p:blipFill>
          <a:blip r:embed="rId4">
            <a:alphaModFix/>
          </a:blip>
          <a:stretch>
            <a:fillRect/>
          </a:stretch>
        </p:blipFill>
        <p:spPr>
          <a:xfrm>
            <a:off x="7860000" y="0"/>
            <a:ext cx="1525975" cy="15655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95"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96" name="Shape 96"/>
        <p:cNvGrpSpPr/>
        <p:nvPr/>
      </p:nvGrpSpPr>
      <p:grpSpPr>
        <a:xfrm>
          <a:off x="0" y="0"/>
          <a:ext cx="0" cy="0"/>
          <a:chOff x="0" y="0"/>
          <a:chExt cx="0" cy="0"/>
        </a:xfrm>
      </p:grpSpPr>
      <p:sp>
        <p:nvSpPr>
          <p:cNvPr id="97" name="Google Shape;97;p13"/>
          <p:cNvSpPr txBox="1"/>
          <p:nvPr>
            <p:ph idx="1" type="subTitle"/>
          </p:nvPr>
        </p:nvSpPr>
        <p:spPr>
          <a:xfrm>
            <a:off x="5508200" y="2395225"/>
            <a:ext cx="2791200" cy="1005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98" name="Google Shape;98;p13"/>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grpSp>
        <p:nvGrpSpPr>
          <p:cNvPr id="99" name="Google Shape;99;p13"/>
          <p:cNvGrpSpPr/>
          <p:nvPr/>
        </p:nvGrpSpPr>
        <p:grpSpPr>
          <a:xfrm>
            <a:off x="-1209562" y="-65776"/>
            <a:ext cx="11568450" cy="5160625"/>
            <a:chOff x="-1209562" y="-65776"/>
            <a:chExt cx="11568450" cy="5160625"/>
          </a:xfrm>
        </p:grpSpPr>
        <p:pic>
          <p:nvPicPr>
            <p:cNvPr id="100" name="Google Shape;100;p13"/>
            <p:cNvPicPr preferRelativeResize="0"/>
            <p:nvPr/>
          </p:nvPicPr>
          <p:blipFill>
            <a:blip r:embed="rId2">
              <a:alphaModFix/>
            </a:blip>
            <a:stretch>
              <a:fillRect/>
            </a:stretch>
          </p:blipFill>
          <p:spPr>
            <a:xfrm>
              <a:off x="8088963" y="-65776"/>
              <a:ext cx="2269925" cy="1342400"/>
            </a:xfrm>
            <a:prstGeom prst="rect">
              <a:avLst/>
            </a:prstGeom>
            <a:noFill/>
            <a:ln>
              <a:noFill/>
            </a:ln>
          </p:spPr>
        </p:pic>
        <p:pic>
          <p:nvPicPr>
            <p:cNvPr id="101" name="Google Shape;101;p13"/>
            <p:cNvPicPr preferRelativeResize="0"/>
            <p:nvPr/>
          </p:nvPicPr>
          <p:blipFill>
            <a:blip r:embed="rId2">
              <a:alphaModFix/>
            </a:blip>
            <a:stretch>
              <a:fillRect/>
            </a:stretch>
          </p:blipFill>
          <p:spPr>
            <a:xfrm>
              <a:off x="-1209562" y="3752449"/>
              <a:ext cx="2269925" cy="1342400"/>
            </a:xfrm>
            <a:prstGeom prst="rect">
              <a:avLst/>
            </a:prstGeom>
            <a:noFill/>
            <a:ln>
              <a:noFill/>
            </a:ln>
          </p:spPr>
        </p:pic>
      </p:grpSp>
      <p:pic>
        <p:nvPicPr>
          <p:cNvPr id="102" name="Google Shape;102;p13"/>
          <p:cNvPicPr preferRelativeResize="0"/>
          <p:nvPr/>
        </p:nvPicPr>
        <p:blipFill>
          <a:blip r:embed="rId3">
            <a:alphaModFix/>
          </a:blip>
          <a:stretch>
            <a:fillRect/>
          </a:stretch>
        </p:blipFill>
        <p:spPr>
          <a:xfrm rot="1983259">
            <a:off x="21936" y="193047"/>
            <a:ext cx="1098654" cy="1317006"/>
          </a:xfrm>
          <a:prstGeom prst="rect">
            <a:avLst/>
          </a:prstGeom>
          <a:noFill/>
          <a:ln>
            <a:noFill/>
          </a:ln>
        </p:spPr>
      </p:pic>
      <p:pic>
        <p:nvPicPr>
          <p:cNvPr id="103" name="Google Shape;103;p13"/>
          <p:cNvPicPr preferRelativeResize="0"/>
          <p:nvPr/>
        </p:nvPicPr>
        <p:blipFill>
          <a:blip r:embed="rId4">
            <a:alphaModFix/>
          </a:blip>
          <a:stretch>
            <a:fillRect/>
          </a:stretch>
        </p:blipFill>
        <p:spPr>
          <a:xfrm>
            <a:off x="7924500" y="3887588"/>
            <a:ext cx="1639175" cy="1296987"/>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1">
    <p:spTree>
      <p:nvGrpSpPr>
        <p:cNvPr id="104" name="Shape 104"/>
        <p:cNvGrpSpPr/>
        <p:nvPr/>
      </p:nvGrpSpPr>
      <p:grpSpPr>
        <a:xfrm>
          <a:off x="0" y="0"/>
          <a:ext cx="0" cy="0"/>
          <a:chOff x="0" y="0"/>
          <a:chExt cx="0" cy="0"/>
        </a:xfrm>
      </p:grpSpPr>
      <p:sp>
        <p:nvSpPr>
          <p:cNvPr id="105" name="Google Shape;105;p14"/>
          <p:cNvSpPr txBox="1"/>
          <p:nvPr>
            <p:ph idx="1" type="subTitle"/>
          </p:nvPr>
        </p:nvSpPr>
        <p:spPr>
          <a:xfrm>
            <a:off x="715100" y="1152475"/>
            <a:ext cx="7704000" cy="29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r">
              <a:lnSpc>
                <a:spcPct val="100000"/>
              </a:lnSpc>
              <a:spcBef>
                <a:spcPts val="0"/>
              </a:spcBef>
              <a:spcAft>
                <a:spcPts val="0"/>
              </a:spcAft>
              <a:buSzPts val="1400"/>
              <a:buChar char="○"/>
              <a:defRPr/>
            </a:lvl2pPr>
            <a:lvl3pPr lvl="2" rtl="0" algn="r">
              <a:lnSpc>
                <a:spcPct val="100000"/>
              </a:lnSpc>
              <a:spcBef>
                <a:spcPts val="0"/>
              </a:spcBef>
              <a:spcAft>
                <a:spcPts val="0"/>
              </a:spcAft>
              <a:buSzPts val="1400"/>
              <a:buChar char="■"/>
              <a:defRPr/>
            </a:lvl3pPr>
            <a:lvl4pPr lvl="3" rtl="0" algn="r">
              <a:lnSpc>
                <a:spcPct val="100000"/>
              </a:lnSpc>
              <a:spcBef>
                <a:spcPts val="0"/>
              </a:spcBef>
              <a:spcAft>
                <a:spcPts val="0"/>
              </a:spcAft>
              <a:buSzPts val="1400"/>
              <a:buChar char="●"/>
              <a:defRPr/>
            </a:lvl4pPr>
            <a:lvl5pPr lvl="4" rtl="0" algn="r">
              <a:lnSpc>
                <a:spcPct val="100000"/>
              </a:lnSpc>
              <a:spcBef>
                <a:spcPts val="0"/>
              </a:spcBef>
              <a:spcAft>
                <a:spcPts val="0"/>
              </a:spcAft>
              <a:buSzPts val="1400"/>
              <a:buChar char="○"/>
              <a:defRPr/>
            </a:lvl5pPr>
            <a:lvl6pPr lvl="5" rtl="0" algn="r">
              <a:lnSpc>
                <a:spcPct val="100000"/>
              </a:lnSpc>
              <a:spcBef>
                <a:spcPts val="0"/>
              </a:spcBef>
              <a:spcAft>
                <a:spcPts val="0"/>
              </a:spcAft>
              <a:buSzPts val="1400"/>
              <a:buChar char="■"/>
              <a:defRPr/>
            </a:lvl6pPr>
            <a:lvl7pPr lvl="6" rtl="0" algn="r">
              <a:lnSpc>
                <a:spcPct val="100000"/>
              </a:lnSpc>
              <a:spcBef>
                <a:spcPts val="0"/>
              </a:spcBef>
              <a:spcAft>
                <a:spcPts val="0"/>
              </a:spcAft>
              <a:buSzPts val="1400"/>
              <a:buChar char="●"/>
              <a:defRPr/>
            </a:lvl7pPr>
            <a:lvl8pPr lvl="7" rtl="0" algn="r">
              <a:lnSpc>
                <a:spcPct val="100000"/>
              </a:lnSpc>
              <a:spcBef>
                <a:spcPts val="0"/>
              </a:spcBef>
              <a:spcAft>
                <a:spcPts val="0"/>
              </a:spcAft>
              <a:buSzPts val="1400"/>
              <a:buChar char="○"/>
              <a:defRPr/>
            </a:lvl8pPr>
            <a:lvl9pPr lvl="8" rtl="0" algn="r">
              <a:lnSpc>
                <a:spcPct val="100000"/>
              </a:lnSpc>
              <a:spcBef>
                <a:spcPts val="0"/>
              </a:spcBef>
              <a:spcAft>
                <a:spcPts val="0"/>
              </a:spcAft>
              <a:buSzPts val="1400"/>
              <a:buChar char="■"/>
              <a:defRPr/>
            </a:lvl9pPr>
          </a:lstStyle>
          <a:p/>
        </p:txBody>
      </p:sp>
      <p:sp>
        <p:nvSpPr>
          <p:cNvPr id="106" name="Google Shape;106;p14"/>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2">
    <p:spTree>
      <p:nvGrpSpPr>
        <p:cNvPr id="107" name="Shape 107"/>
        <p:cNvGrpSpPr/>
        <p:nvPr/>
      </p:nvGrpSpPr>
      <p:grpSpPr>
        <a:xfrm>
          <a:off x="0" y="0"/>
          <a:ext cx="0" cy="0"/>
          <a:chOff x="0" y="0"/>
          <a:chExt cx="0" cy="0"/>
        </a:xfrm>
      </p:grpSpPr>
      <p:sp>
        <p:nvSpPr>
          <p:cNvPr id="108" name="Google Shape;108;p15"/>
          <p:cNvSpPr txBox="1"/>
          <p:nvPr>
            <p:ph idx="1" type="subTitle"/>
          </p:nvPr>
        </p:nvSpPr>
        <p:spPr>
          <a:xfrm>
            <a:off x="713225" y="1152475"/>
            <a:ext cx="7704000" cy="105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r">
              <a:lnSpc>
                <a:spcPct val="100000"/>
              </a:lnSpc>
              <a:spcBef>
                <a:spcPts val="0"/>
              </a:spcBef>
              <a:spcAft>
                <a:spcPts val="0"/>
              </a:spcAft>
              <a:buSzPts val="1400"/>
              <a:buChar char="○"/>
              <a:defRPr/>
            </a:lvl2pPr>
            <a:lvl3pPr lvl="2" rtl="0" algn="r">
              <a:lnSpc>
                <a:spcPct val="100000"/>
              </a:lnSpc>
              <a:spcBef>
                <a:spcPts val="0"/>
              </a:spcBef>
              <a:spcAft>
                <a:spcPts val="0"/>
              </a:spcAft>
              <a:buSzPts val="1400"/>
              <a:buChar char="■"/>
              <a:defRPr/>
            </a:lvl3pPr>
            <a:lvl4pPr lvl="3" rtl="0" algn="r">
              <a:lnSpc>
                <a:spcPct val="100000"/>
              </a:lnSpc>
              <a:spcBef>
                <a:spcPts val="0"/>
              </a:spcBef>
              <a:spcAft>
                <a:spcPts val="0"/>
              </a:spcAft>
              <a:buSzPts val="1400"/>
              <a:buChar char="●"/>
              <a:defRPr/>
            </a:lvl4pPr>
            <a:lvl5pPr lvl="4" rtl="0" algn="r">
              <a:lnSpc>
                <a:spcPct val="100000"/>
              </a:lnSpc>
              <a:spcBef>
                <a:spcPts val="0"/>
              </a:spcBef>
              <a:spcAft>
                <a:spcPts val="0"/>
              </a:spcAft>
              <a:buSzPts val="1400"/>
              <a:buChar char="○"/>
              <a:defRPr/>
            </a:lvl5pPr>
            <a:lvl6pPr lvl="5" rtl="0" algn="r">
              <a:lnSpc>
                <a:spcPct val="100000"/>
              </a:lnSpc>
              <a:spcBef>
                <a:spcPts val="0"/>
              </a:spcBef>
              <a:spcAft>
                <a:spcPts val="0"/>
              </a:spcAft>
              <a:buSzPts val="1400"/>
              <a:buChar char="■"/>
              <a:defRPr/>
            </a:lvl6pPr>
            <a:lvl7pPr lvl="6" rtl="0" algn="r">
              <a:lnSpc>
                <a:spcPct val="100000"/>
              </a:lnSpc>
              <a:spcBef>
                <a:spcPts val="0"/>
              </a:spcBef>
              <a:spcAft>
                <a:spcPts val="0"/>
              </a:spcAft>
              <a:buSzPts val="1400"/>
              <a:buChar char="●"/>
              <a:defRPr/>
            </a:lvl7pPr>
            <a:lvl8pPr lvl="7" rtl="0" algn="r">
              <a:lnSpc>
                <a:spcPct val="100000"/>
              </a:lnSpc>
              <a:spcBef>
                <a:spcPts val="0"/>
              </a:spcBef>
              <a:spcAft>
                <a:spcPts val="0"/>
              </a:spcAft>
              <a:buSzPts val="1400"/>
              <a:buChar char="○"/>
              <a:defRPr/>
            </a:lvl8pPr>
            <a:lvl9pPr lvl="8" rtl="0" algn="r">
              <a:lnSpc>
                <a:spcPct val="100000"/>
              </a:lnSpc>
              <a:spcBef>
                <a:spcPts val="0"/>
              </a:spcBef>
              <a:spcAft>
                <a:spcPts val="0"/>
              </a:spcAft>
              <a:buSzPts val="1400"/>
              <a:buChar char="■"/>
              <a:defRPr/>
            </a:lvl9pPr>
          </a:lstStyle>
          <a:p/>
        </p:txBody>
      </p:sp>
      <p:sp>
        <p:nvSpPr>
          <p:cNvPr id="109" name="Google Shape;109;p15"/>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pic>
        <p:nvPicPr>
          <p:cNvPr id="110" name="Google Shape;110;p15"/>
          <p:cNvPicPr preferRelativeResize="0"/>
          <p:nvPr/>
        </p:nvPicPr>
        <p:blipFill>
          <a:blip r:embed="rId2">
            <a:alphaModFix/>
          </a:blip>
          <a:stretch>
            <a:fillRect/>
          </a:stretch>
        </p:blipFill>
        <p:spPr>
          <a:xfrm flipH="1" rot="3599937">
            <a:off x="8124638" y="4008267"/>
            <a:ext cx="912027" cy="1252515"/>
          </a:xfrm>
          <a:prstGeom prst="rect">
            <a:avLst/>
          </a:prstGeom>
          <a:noFill/>
          <a:ln>
            <a:noFill/>
          </a:ln>
        </p:spPr>
      </p:pic>
      <p:pic>
        <p:nvPicPr>
          <p:cNvPr id="111" name="Google Shape;111;p15"/>
          <p:cNvPicPr preferRelativeResize="0"/>
          <p:nvPr/>
        </p:nvPicPr>
        <p:blipFill>
          <a:blip r:embed="rId3">
            <a:alphaModFix/>
          </a:blip>
          <a:stretch>
            <a:fillRect/>
          </a:stretch>
        </p:blipFill>
        <p:spPr>
          <a:xfrm rot="-5603244">
            <a:off x="7836523" y="-765270"/>
            <a:ext cx="2677429" cy="1864291"/>
          </a:xfrm>
          <a:prstGeom prst="rect">
            <a:avLst/>
          </a:prstGeom>
          <a:noFill/>
          <a:ln>
            <a:noFill/>
          </a:ln>
        </p:spPr>
      </p:pic>
      <p:pic>
        <p:nvPicPr>
          <p:cNvPr id="112" name="Google Shape;112;p15"/>
          <p:cNvPicPr preferRelativeResize="0"/>
          <p:nvPr/>
        </p:nvPicPr>
        <p:blipFill>
          <a:blip r:embed="rId3">
            <a:alphaModFix/>
          </a:blip>
          <a:stretch>
            <a:fillRect/>
          </a:stretch>
        </p:blipFill>
        <p:spPr>
          <a:xfrm flipH="1" rot="3030033">
            <a:off x="-1500690" y="3811904"/>
            <a:ext cx="2677430" cy="1864291"/>
          </a:xfrm>
          <a:prstGeom prst="rect">
            <a:avLst/>
          </a:prstGeom>
          <a:noFill/>
          <a:ln>
            <a:noFill/>
          </a:ln>
        </p:spPr>
      </p:pic>
      <p:pic>
        <p:nvPicPr>
          <p:cNvPr id="113" name="Google Shape;113;p15"/>
          <p:cNvPicPr preferRelativeResize="0"/>
          <p:nvPr/>
        </p:nvPicPr>
        <p:blipFill>
          <a:blip r:embed="rId4">
            <a:alphaModFix/>
          </a:blip>
          <a:stretch>
            <a:fillRect/>
          </a:stretch>
        </p:blipFill>
        <p:spPr>
          <a:xfrm flipH="1">
            <a:off x="0" y="-12"/>
            <a:ext cx="1028400" cy="898925"/>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14" name="Shape 114"/>
        <p:cNvGrpSpPr/>
        <p:nvPr/>
      </p:nvGrpSpPr>
      <p:grpSpPr>
        <a:xfrm>
          <a:off x="0" y="0"/>
          <a:ext cx="0" cy="0"/>
          <a:chOff x="0" y="0"/>
          <a:chExt cx="0" cy="0"/>
        </a:xfrm>
      </p:grpSpPr>
      <p:sp>
        <p:nvSpPr>
          <p:cNvPr id="115" name="Google Shape;115;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116" name="Google Shape;116;p16"/>
          <p:cNvPicPr preferRelativeResize="0"/>
          <p:nvPr/>
        </p:nvPicPr>
        <p:blipFill>
          <a:blip r:embed="rId2">
            <a:alphaModFix/>
          </a:blip>
          <a:stretch>
            <a:fillRect/>
          </a:stretch>
        </p:blipFill>
        <p:spPr>
          <a:xfrm>
            <a:off x="8012401" y="135098"/>
            <a:ext cx="1462887" cy="1412650"/>
          </a:xfrm>
          <a:prstGeom prst="rect">
            <a:avLst/>
          </a:prstGeom>
          <a:noFill/>
          <a:ln>
            <a:noFill/>
          </a:ln>
        </p:spPr>
      </p:pic>
      <p:pic>
        <p:nvPicPr>
          <p:cNvPr id="117" name="Google Shape;117;p16"/>
          <p:cNvPicPr preferRelativeResize="0"/>
          <p:nvPr/>
        </p:nvPicPr>
        <p:blipFill>
          <a:blip r:embed="rId3">
            <a:alphaModFix/>
          </a:blip>
          <a:stretch>
            <a:fillRect/>
          </a:stretch>
        </p:blipFill>
        <p:spPr>
          <a:xfrm flipH="1">
            <a:off x="-1126674" y="3816175"/>
            <a:ext cx="2088375" cy="1235050"/>
          </a:xfrm>
          <a:prstGeom prst="rect">
            <a:avLst/>
          </a:prstGeom>
          <a:noFill/>
          <a:ln>
            <a:noFill/>
          </a:ln>
        </p:spPr>
      </p:pic>
      <p:pic>
        <p:nvPicPr>
          <p:cNvPr id="118" name="Google Shape;118;p16"/>
          <p:cNvPicPr preferRelativeResize="0"/>
          <p:nvPr/>
        </p:nvPicPr>
        <p:blipFill>
          <a:blip r:embed="rId4">
            <a:alphaModFix/>
          </a:blip>
          <a:stretch>
            <a:fillRect/>
          </a:stretch>
        </p:blipFill>
        <p:spPr>
          <a:xfrm>
            <a:off x="8182300" y="4244588"/>
            <a:ext cx="1028400" cy="898925"/>
          </a:xfrm>
          <a:prstGeom prst="rect">
            <a:avLst/>
          </a:prstGeom>
          <a:noFill/>
          <a:ln>
            <a:noFill/>
          </a:ln>
        </p:spPr>
      </p:pic>
      <p:pic>
        <p:nvPicPr>
          <p:cNvPr id="119" name="Google Shape;119;p16"/>
          <p:cNvPicPr preferRelativeResize="0"/>
          <p:nvPr/>
        </p:nvPicPr>
        <p:blipFill>
          <a:blip r:embed="rId5">
            <a:alphaModFix/>
          </a:blip>
          <a:stretch>
            <a:fillRect/>
          </a:stretch>
        </p:blipFill>
        <p:spPr>
          <a:xfrm>
            <a:off x="84012" y="135100"/>
            <a:ext cx="933100" cy="8931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20" name="Shape 120"/>
        <p:cNvGrpSpPr/>
        <p:nvPr/>
      </p:nvGrpSpPr>
      <p:grpSpPr>
        <a:xfrm>
          <a:off x="0" y="0"/>
          <a:ext cx="0" cy="0"/>
          <a:chOff x="0" y="0"/>
          <a:chExt cx="0" cy="0"/>
        </a:xfrm>
      </p:grpSpPr>
      <p:sp>
        <p:nvSpPr>
          <p:cNvPr id="121" name="Google Shape;121;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122" name="Google Shape;122;p17"/>
          <p:cNvPicPr preferRelativeResize="0"/>
          <p:nvPr/>
        </p:nvPicPr>
        <p:blipFill>
          <a:blip r:embed="rId2">
            <a:alphaModFix/>
          </a:blip>
          <a:stretch>
            <a:fillRect/>
          </a:stretch>
        </p:blipFill>
        <p:spPr>
          <a:xfrm flipH="1" rot="-584850">
            <a:off x="8223548" y="3749422"/>
            <a:ext cx="1101807" cy="1513210"/>
          </a:xfrm>
          <a:prstGeom prst="rect">
            <a:avLst/>
          </a:prstGeom>
          <a:noFill/>
          <a:ln>
            <a:noFill/>
          </a:ln>
        </p:spPr>
      </p:pic>
      <p:grpSp>
        <p:nvGrpSpPr>
          <p:cNvPr id="123" name="Google Shape;123;p17"/>
          <p:cNvGrpSpPr/>
          <p:nvPr/>
        </p:nvGrpSpPr>
        <p:grpSpPr>
          <a:xfrm>
            <a:off x="-1659523" y="-700282"/>
            <a:ext cx="12238835" cy="6867581"/>
            <a:chOff x="-1659523" y="-700282"/>
            <a:chExt cx="12238835" cy="6867581"/>
          </a:xfrm>
        </p:grpSpPr>
        <p:pic>
          <p:nvPicPr>
            <p:cNvPr id="124" name="Google Shape;124;p17"/>
            <p:cNvPicPr preferRelativeResize="0"/>
            <p:nvPr/>
          </p:nvPicPr>
          <p:blipFill>
            <a:blip r:embed="rId3">
              <a:alphaModFix/>
            </a:blip>
            <a:stretch>
              <a:fillRect/>
            </a:stretch>
          </p:blipFill>
          <p:spPr>
            <a:xfrm rot="-6073850">
              <a:off x="8065573" y="-137795"/>
              <a:ext cx="2677429" cy="1864291"/>
            </a:xfrm>
            <a:prstGeom prst="rect">
              <a:avLst/>
            </a:prstGeom>
            <a:noFill/>
            <a:ln>
              <a:noFill/>
            </a:ln>
          </p:spPr>
        </p:pic>
        <p:pic>
          <p:nvPicPr>
            <p:cNvPr id="125" name="Google Shape;125;p17"/>
            <p:cNvPicPr preferRelativeResize="0"/>
            <p:nvPr/>
          </p:nvPicPr>
          <p:blipFill>
            <a:blip r:embed="rId3">
              <a:alphaModFix/>
            </a:blip>
            <a:stretch>
              <a:fillRect/>
            </a:stretch>
          </p:blipFill>
          <p:spPr>
            <a:xfrm flipH="1" rot="2313161">
              <a:off x="-1370365" y="3671854"/>
              <a:ext cx="2677430" cy="1864291"/>
            </a:xfrm>
            <a:prstGeom prst="rect">
              <a:avLst/>
            </a:prstGeom>
            <a:noFill/>
            <a:ln>
              <a:noFill/>
            </a:ln>
          </p:spPr>
        </p:pic>
      </p:grpSp>
      <p:pic>
        <p:nvPicPr>
          <p:cNvPr id="126" name="Google Shape;126;p17"/>
          <p:cNvPicPr preferRelativeResize="0"/>
          <p:nvPr/>
        </p:nvPicPr>
        <p:blipFill>
          <a:blip r:embed="rId4">
            <a:alphaModFix/>
          </a:blip>
          <a:stretch>
            <a:fillRect/>
          </a:stretch>
        </p:blipFill>
        <p:spPr>
          <a:xfrm>
            <a:off x="-67603" y="0"/>
            <a:ext cx="1489700" cy="117872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27" name="Shape 127"/>
        <p:cNvGrpSpPr/>
        <p:nvPr/>
      </p:nvGrpSpPr>
      <p:grpSpPr>
        <a:xfrm>
          <a:off x="0" y="0"/>
          <a:ext cx="0" cy="0"/>
          <a:chOff x="0" y="0"/>
          <a:chExt cx="0" cy="0"/>
        </a:xfrm>
      </p:grpSpPr>
      <p:sp>
        <p:nvSpPr>
          <p:cNvPr id="128" name="Google Shape;128;p18"/>
          <p:cNvSpPr txBox="1"/>
          <p:nvPr>
            <p:ph idx="1" type="subTitle"/>
          </p:nvPr>
        </p:nvSpPr>
        <p:spPr>
          <a:xfrm>
            <a:off x="1015250" y="2178875"/>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9" name="Google Shape;129;p18"/>
          <p:cNvSpPr txBox="1"/>
          <p:nvPr>
            <p:ph idx="2" type="subTitle"/>
          </p:nvPr>
        </p:nvSpPr>
        <p:spPr>
          <a:xfrm>
            <a:off x="3251100" y="3796051"/>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18"/>
          <p:cNvSpPr txBox="1"/>
          <p:nvPr>
            <p:ph idx="3" type="subTitle"/>
          </p:nvPr>
        </p:nvSpPr>
        <p:spPr>
          <a:xfrm>
            <a:off x="5486950" y="2178875"/>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32" name="Google Shape;132;p18"/>
          <p:cNvSpPr txBox="1"/>
          <p:nvPr>
            <p:ph idx="4" type="subTitle"/>
          </p:nvPr>
        </p:nvSpPr>
        <p:spPr>
          <a:xfrm>
            <a:off x="1015250" y="1758325"/>
            <a:ext cx="26418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3" name="Google Shape;133;p18"/>
          <p:cNvSpPr txBox="1"/>
          <p:nvPr>
            <p:ph idx="5" type="subTitle"/>
          </p:nvPr>
        </p:nvSpPr>
        <p:spPr>
          <a:xfrm>
            <a:off x="5486950" y="1758325"/>
            <a:ext cx="26418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4" name="Google Shape;134;p18"/>
          <p:cNvSpPr txBox="1"/>
          <p:nvPr>
            <p:ph idx="6" type="subTitle"/>
          </p:nvPr>
        </p:nvSpPr>
        <p:spPr>
          <a:xfrm>
            <a:off x="3251100" y="3376425"/>
            <a:ext cx="26418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pic>
        <p:nvPicPr>
          <p:cNvPr id="135" name="Google Shape;135;p18"/>
          <p:cNvPicPr preferRelativeResize="0"/>
          <p:nvPr/>
        </p:nvPicPr>
        <p:blipFill>
          <a:blip r:embed="rId2">
            <a:alphaModFix/>
          </a:blip>
          <a:stretch>
            <a:fillRect/>
          </a:stretch>
        </p:blipFill>
        <p:spPr>
          <a:xfrm>
            <a:off x="8430763" y="1995252"/>
            <a:ext cx="892075" cy="779750"/>
          </a:xfrm>
          <a:prstGeom prst="rect">
            <a:avLst/>
          </a:prstGeom>
          <a:noFill/>
          <a:ln>
            <a:noFill/>
          </a:ln>
        </p:spPr>
      </p:pic>
      <p:pic>
        <p:nvPicPr>
          <p:cNvPr id="136" name="Google Shape;136;p18"/>
          <p:cNvPicPr preferRelativeResize="0"/>
          <p:nvPr/>
        </p:nvPicPr>
        <p:blipFill>
          <a:blip r:embed="rId3">
            <a:alphaModFix/>
          </a:blip>
          <a:stretch>
            <a:fillRect/>
          </a:stretch>
        </p:blipFill>
        <p:spPr>
          <a:xfrm rot="1983249">
            <a:off x="-286230" y="3945156"/>
            <a:ext cx="1251384" cy="1500087"/>
          </a:xfrm>
          <a:prstGeom prst="rect">
            <a:avLst/>
          </a:prstGeom>
          <a:noFill/>
          <a:ln>
            <a:noFill/>
          </a:ln>
        </p:spPr>
      </p:pic>
      <p:pic>
        <p:nvPicPr>
          <p:cNvPr id="137" name="Google Shape;137;p18"/>
          <p:cNvPicPr preferRelativeResize="0"/>
          <p:nvPr/>
        </p:nvPicPr>
        <p:blipFill>
          <a:blip r:embed="rId4">
            <a:alphaModFix/>
          </a:blip>
          <a:stretch>
            <a:fillRect/>
          </a:stretch>
        </p:blipFill>
        <p:spPr>
          <a:xfrm flipH="1" rot="10372148">
            <a:off x="-74563" y="-250284"/>
            <a:ext cx="912027" cy="1252516"/>
          </a:xfrm>
          <a:prstGeom prst="rect">
            <a:avLst/>
          </a:prstGeom>
          <a:noFill/>
          <a:ln>
            <a:noFill/>
          </a:ln>
        </p:spPr>
      </p:pic>
      <p:pic>
        <p:nvPicPr>
          <p:cNvPr id="138" name="Google Shape;138;p18"/>
          <p:cNvPicPr preferRelativeResize="0"/>
          <p:nvPr/>
        </p:nvPicPr>
        <p:blipFill>
          <a:blip r:embed="rId5">
            <a:alphaModFix/>
          </a:blip>
          <a:stretch>
            <a:fillRect/>
          </a:stretch>
        </p:blipFill>
        <p:spPr>
          <a:xfrm>
            <a:off x="8210912" y="0"/>
            <a:ext cx="933100" cy="893100"/>
          </a:xfrm>
          <a:prstGeom prst="rect">
            <a:avLst/>
          </a:prstGeom>
          <a:noFill/>
          <a:ln>
            <a:noFill/>
          </a:ln>
        </p:spPr>
      </p:pic>
      <p:pic>
        <p:nvPicPr>
          <p:cNvPr id="139" name="Google Shape;139;p18"/>
          <p:cNvPicPr preferRelativeResize="0"/>
          <p:nvPr/>
        </p:nvPicPr>
        <p:blipFill>
          <a:blip r:embed="rId6">
            <a:alphaModFix/>
          </a:blip>
          <a:stretch>
            <a:fillRect/>
          </a:stretch>
        </p:blipFill>
        <p:spPr>
          <a:xfrm>
            <a:off x="-517350" y="1692825"/>
            <a:ext cx="1230575" cy="1262450"/>
          </a:xfrm>
          <a:prstGeom prst="rect">
            <a:avLst/>
          </a:prstGeom>
          <a:noFill/>
          <a:ln>
            <a:noFill/>
          </a:ln>
        </p:spPr>
      </p:pic>
      <p:pic>
        <p:nvPicPr>
          <p:cNvPr id="140" name="Google Shape;140;p18"/>
          <p:cNvPicPr preferRelativeResize="0"/>
          <p:nvPr/>
        </p:nvPicPr>
        <p:blipFill>
          <a:blip r:embed="rId7">
            <a:alphaModFix/>
          </a:blip>
          <a:stretch>
            <a:fillRect/>
          </a:stretch>
        </p:blipFill>
        <p:spPr>
          <a:xfrm flipH="1" rot="788627">
            <a:off x="8227231" y="3856818"/>
            <a:ext cx="1382589" cy="1676762"/>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141" name="Shape 141"/>
        <p:cNvGrpSpPr/>
        <p:nvPr/>
      </p:nvGrpSpPr>
      <p:grpSpPr>
        <a:xfrm>
          <a:off x="0" y="0"/>
          <a:ext cx="0" cy="0"/>
          <a:chOff x="0" y="0"/>
          <a:chExt cx="0" cy="0"/>
        </a:xfrm>
      </p:grpSpPr>
      <p:sp>
        <p:nvSpPr>
          <p:cNvPr id="142" name="Google Shape;142;p19"/>
          <p:cNvSpPr txBox="1"/>
          <p:nvPr>
            <p:ph idx="1" type="subTitle"/>
          </p:nvPr>
        </p:nvSpPr>
        <p:spPr>
          <a:xfrm>
            <a:off x="1723336" y="2201674"/>
            <a:ext cx="246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19"/>
          <p:cNvSpPr txBox="1"/>
          <p:nvPr>
            <p:ph idx="2" type="subTitle"/>
          </p:nvPr>
        </p:nvSpPr>
        <p:spPr>
          <a:xfrm>
            <a:off x="4954763" y="2200625"/>
            <a:ext cx="246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4" name="Google Shape;144;p19"/>
          <p:cNvSpPr txBox="1"/>
          <p:nvPr>
            <p:ph idx="3" type="subTitle"/>
          </p:nvPr>
        </p:nvSpPr>
        <p:spPr>
          <a:xfrm>
            <a:off x="1723336" y="4024125"/>
            <a:ext cx="246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 name="Google Shape;145;p19"/>
          <p:cNvSpPr txBox="1"/>
          <p:nvPr>
            <p:ph idx="4" type="subTitle"/>
          </p:nvPr>
        </p:nvSpPr>
        <p:spPr>
          <a:xfrm>
            <a:off x="4954763" y="4023075"/>
            <a:ext cx="246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6" name="Google Shape;146;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7" name="Google Shape;147;p19"/>
          <p:cNvSpPr txBox="1"/>
          <p:nvPr>
            <p:ph hasCustomPrompt="1" idx="5" type="title"/>
          </p:nvPr>
        </p:nvSpPr>
        <p:spPr>
          <a:xfrm>
            <a:off x="2589537" y="1158949"/>
            <a:ext cx="733500" cy="733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8" name="Google Shape;148;p19"/>
          <p:cNvSpPr txBox="1"/>
          <p:nvPr>
            <p:ph hasCustomPrompt="1" idx="6" type="title"/>
          </p:nvPr>
        </p:nvSpPr>
        <p:spPr>
          <a:xfrm>
            <a:off x="2590685" y="2982323"/>
            <a:ext cx="7314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9" name="Google Shape;149;p19"/>
          <p:cNvSpPr txBox="1"/>
          <p:nvPr>
            <p:ph hasCustomPrompt="1" idx="7" type="title"/>
          </p:nvPr>
        </p:nvSpPr>
        <p:spPr>
          <a:xfrm>
            <a:off x="5822063" y="1158942"/>
            <a:ext cx="7314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0" name="Google Shape;150;p19"/>
          <p:cNvSpPr txBox="1"/>
          <p:nvPr>
            <p:ph hasCustomPrompt="1" idx="8" type="title"/>
          </p:nvPr>
        </p:nvSpPr>
        <p:spPr>
          <a:xfrm>
            <a:off x="5822063" y="2981275"/>
            <a:ext cx="7314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1" name="Google Shape;151;p19"/>
          <p:cNvSpPr txBox="1"/>
          <p:nvPr>
            <p:ph idx="9" type="subTitle"/>
          </p:nvPr>
        </p:nvSpPr>
        <p:spPr>
          <a:xfrm>
            <a:off x="1723238" y="1944725"/>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2" name="Google Shape;152;p19"/>
          <p:cNvSpPr txBox="1"/>
          <p:nvPr>
            <p:ph idx="13" type="subTitle"/>
          </p:nvPr>
        </p:nvSpPr>
        <p:spPr>
          <a:xfrm>
            <a:off x="1723238" y="3767302"/>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3" name="Google Shape;153;p19"/>
          <p:cNvSpPr txBox="1"/>
          <p:nvPr>
            <p:ph idx="14" type="subTitle"/>
          </p:nvPr>
        </p:nvSpPr>
        <p:spPr>
          <a:xfrm>
            <a:off x="4954763" y="1943675"/>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4" name="Google Shape;154;p19"/>
          <p:cNvSpPr txBox="1"/>
          <p:nvPr>
            <p:ph idx="15" type="subTitle"/>
          </p:nvPr>
        </p:nvSpPr>
        <p:spPr>
          <a:xfrm>
            <a:off x="4954763" y="3766251"/>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pic>
        <p:nvPicPr>
          <p:cNvPr id="155" name="Google Shape;155;p19"/>
          <p:cNvPicPr preferRelativeResize="0"/>
          <p:nvPr/>
        </p:nvPicPr>
        <p:blipFill>
          <a:blip r:embed="rId2">
            <a:alphaModFix/>
          </a:blip>
          <a:stretch>
            <a:fillRect/>
          </a:stretch>
        </p:blipFill>
        <p:spPr>
          <a:xfrm rot="1983259">
            <a:off x="8324561" y="193047"/>
            <a:ext cx="1098654" cy="1317006"/>
          </a:xfrm>
          <a:prstGeom prst="rect">
            <a:avLst/>
          </a:prstGeom>
          <a:noFill/>
          <a:ln>
            <a:noFill/>
          </a:ln>
        </p:spPr>
      </p:pic>
      <p:grpSp>
        <p:nvGrpSpPr>
          <p:cNvPr id="156" name="Google Shape;156;p19"/>
          <p:cNvGrpSpPr/>
          <p:nvPr/>
        </p:nvGrpSpPr>
        <p:grpSpPr>
          <a:xfrm>
            <a:off x="-121206" y="-173617"/>
            <a:ext cx="9479526" cy="5591861"/>
            <a:chOff x="-121206" y="-173617"/>
            <a:chExt cx="9479526" cy="5591861"/>
          </a:xfrm>
        </p:grpSpPr>
        <p:pic>
          <p:nvPicPr>
            <p:cNvPr id="157" name="Google Shape;157;p19"/>
            <p:cNvPicPr preferRelativeResize="0"/>
            <p:nvPr/>
          </p:nvPicPr>
          <p:blipFill>
            <a:blip r:embed="rId3">
              <a:alphaModFix/>
            </a:blip>
            <a:stretch>
              <a:fillRect/>
            </a:stretch>
          </p:blipFill>
          <p:spPr>
            <a:xfrm flipH="1" rot="-6917001">
              <a:off x="183812" y="-120083"/>
              <a:ext cx="912027" cy="1252515"/>
            </a:xfrm>
            <a:prstGeom prst="rect">
              <a:avLst/>
            </a:prstGeom>
            <a:noFill/>
            <a:ln>
              <a:noFill/>
            </a:ln>
          </p:spPr>
        </p:pic>
        <p:pic>
          <p:nvPicPr>
            <p:cNvPr id="158" name="Google Shape;158;p19"/>
            <p:cNvPicPr preferRelativeResize="0"/>
            <p:nvPr/>
          </p:nvPicPr>
          <p:blipFill>
            <a:blip r:embed="rId3">
              <a:alphaModFix/>
            </a:blip>
            <a:stretch>
              <a:fillRect/>
            </a:stretch>
          </p:blipFill>
          <p:spPr>
            <a:xfrm flipH="1" rot="3599937">
              <a:off x="8131938" y="4083942"/>
              <a:ext cx="912027" cy="1252515"/>
            </a:xfrm>
            <a:prstGeom prst="rect">
              <a:avLst/>
            </a:prstGeom>
            <a:noFill/>
            <a:ln>
              <a:noFill/>
            </a:ln>
          </p:spPr>
        </p:pic>
      </p:grpSp>
      <p:grpSp>
        <p:nvGrpSpPr>
          <p:cNvPr id="159" name="Google Shape;159;p19"/>
          <p:cNvGrpSpPr/>
          <p:nvPr/>
        </p:nvGrpSpPr>
        <p:grpSpPr>
          <a:xfrm>
            <a:off x="-1954938" y="-35625"/>
            <a:ext cx="12864053" cy="4304895"/>
            <a:chOff x="-1954938" y="-35625"/>
            <a:chExt cx="12864053" cy="4304895"/>
          </a:xfrm>
        </p:grpSpPr>
        <p:pic>
          <p:nvPicPr>
            <p:cNvPr id="160" name="Google Shape;160;p19"/>
            <p:cNvPicPr preferRelativeResize="0"/>
            <p:nvPr/>
          </p:nvPicPr>
          <p:blipFill>
            <a:blip r:embed="rId4">
              <a:alphaModFix/>
            </a:blip>
            <a:stretch>
              <a:fillRect/>
            </a:stretch>
          </p:blipFill>
          <p:spPr>
            <a:xfrm rot="-4122418">
              <a:off x="8215748" y="1751305"/>
              <a:ext cx="2677429" cy="1864290"/>
            </a:xfrm>
            <a:prstGeom prst="rect">
              <a:avLst/>
            </a:prstGeom>
            <a:noFill/>
            <a:ln>
              <a:noFill/>
            </a:ln>
          </p:spPr>
        </p:pic>
        <p:pic>
          <p:nvPicPr>
            <p:cNvPr id="161" name="Google Shape;161;p19"/>
            <p:cNvPicPr preferRelativeResize="0"/>
            <p:nvPr/>
          </p:nvPicPr>
          <p:blipFill>
            <a:blip r:embed="rId4">
              <a:alphaModFix/>
            </a:blip>
            <a:stretch>
              <a:fillRect/>
            </a:stretch>
          </p:blipFill>
          <p:spPr>
            <a:xfrm flipH="1" rot="3440502">
              <a:off x="-1786465" y="662305"/>
              <a:ext cx="2677429" cy="1864291"/>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62" name="Shape 162"/>
        <p:cNvGrpSpPr/>
        <p:nvPr/>
      </p:nvGrpSpPr>
      <p:grpSpPr>
        <a:xfrm>
          <a:off x="0" y="0"/>
          <a:ext cx="0" cy="0"/>
          <a:chOff x="0" y="0"/>
          <a:chExt cx="0" cy="0"/>
        </a:xfrm>
      </p:grpSpPr>
      <p:sp>
        <p:nvSpPr>
          <p:cNvPr id="163" name="Google Shape;163;p20"/>
          <p:cNvSpPr txBox="1"/>
          <p:nvPr>
            <p:ph idx="1" type="subTitle"/>
          </p:nvPr>
        </p:nvSpPr>
        <p:spPr>
          <a:xfrm>
            <a:off x="709102" y="22864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0"/>
          <p:cNvSpPr txBox="1"/>
          <p:nvPr>
            <p:ph idx="2" type="subTitle"/>
          </p:nvPr>
        </p:nvSpPr>
        <p:spPr>
          <a:xfrm>
            <a:off x="3381448" y="22864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20"/>
          <p:cNvSpPr txBox="1"/>
          <p:nvPr>
            <p:ph idx="3" type="subTitle"/>
          </p:nvPr>
        </p:nvSpPr>
        <p:spPr>
          <a:xfrm>
            <a:off x="709102" y="40246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0"/>
          <p:cNvSpPr txBox="1"/>
          <p:nvPr>
            <p:ph idx="4" type="subTitle"/>
          </p:nvPr>
        </p:nvSpPr>
        <p:spPr>
          <a:xfrm>
            <a:off x="3381448" y="40246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7" name="Google Shape;167;p20"/>
          <p:cNvSpPr txBox="1"/>
          <p:nvPr>
            <p:ph idx="5" type="subTitle"/>
          </p:nvPr>
        </p:nvSpPr>
        <p:spPr>
          <a:xfrm>
            <a:off x="6053797" y="22864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0"/>
          <p:cNvSpPr txBox="1"/>
          <p:nvPr>
            <p:ph idx="6" type="subTitle"/>
          </p:nvPr>
        </p:nvSpPr>
        <p:spPr>
          <a:xfrm>
            <a:off x="6053797" y="4024675"/>
            <a:ext cx="23811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9" name="Google Shape;169;p2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0" name="Google Shape;170;p20"/>
          <p:cNvSpPr txBox="1"/>
          <p:nvPr>
            <p:ph idx="7" type="subTitle"/>
          </p:nvPr>
        </p:nvSpPr>
        <p:spPr>
          <a:xfrm>
            <a:off x="709102" y="1789925"/>
            <a:ext cx="23811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1" name="Google Shape;171;p20"/>
          <p:cNvSpPr txBox="1"/>
          <p:nvPr>
            <p:ph idx="8" type="subTitle"/>
          </p:nvPr>
        </p:nvSpPr>
        <p:spPr>
          <a:xfrm>
            <a:off x="3381448" y="1789925"/>
            <a:ext cx="23811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2" name="Google Shape;172;p20"/>
          <p:cNvSpPr txBox="1"/>
          <p:nvPr>
            <p:ph idx="9" type="subTitle"/>
          </p:nvPr>
        </p:nvSpPr>
        <p:spPr>
          <a:xfrm>
            <a:off x="6053797" y="1789925"/>
            <a:ext cx="23811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3" name="Google Shape;173;p20"/>
          <p:cNvSpPr txBox="1"/>
          <p:nvPr>
            <p:ph idx="13" type="subTitle"/>
          </p:nvPr>
        </p:nvSpPr>
        <p:spPr>
          <a:xfrm>
            <a:off x="709102" y="3580675"/>
            <a:ext cx="2381100" cy="520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4" name="Google Shape;174;p20"/>
          <p:cNvSpPr txBox="1"/>
          <p:nvPr>
            <p:ph idx="14" type="subTitle"/>
          </p:nvPr>
        </p:nvSpPr>
        <p:spPr>
          <a:xfrm>
            <a:off x="3381448" y="3580675"/>
            <a:ext cx="2381100" cy="520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5" name="Google Shape;175;p20"/>
          <p:cNvSpPr txBox="1"/>
          <p:nvPr>
            <p:ph idx="15" type="subTitle"/>
          </p:nvPr>
        </p:nvSpPr>
        <p:spPr>
          <a:xfrm>
            <a:off x="6053797" y="3580675"/>
            <a:ext cx="2381100" cy="520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200">
                <a:latin typeface="Londrina Solid"/>
                <a:ea typeface="Londrina Solid"/>
                <a:cs typeface="Londrina Solid"/>
                <a:sym typeface="Londrina Soli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pic>
        <p:nvPicPr>
          <p:cNvPr id="176" name="Google Shape;176;p20"/>
          <p:cNvPicPr preferRelativeResize="0"/>
          <p:nvPr/>
        </p:nvPicPr>
        <p:blipFill>
          <a:blip r:embed="rId2">
            <a:alphaModFix/>
          </a:blip>
          <a:stretch>
            <a:fillRect/>
          </a:stretch>
        </p:blipFill>
        <p:spPr>
          <a:xfrm flipH="1" rot="10372148">
            <a:off x="8377525" y="-236209"/>
            <a:ext cx="912027" cy="1252516"/>
          </a:xfrm>
          <a:prstGeom prst="rect">
            <a:avLst/>
          </a:prstGeom>
          <a:noFill/>
          <a:ln>
            <a:noFill/>
          </a:ln>
        </p:spPr>
      </p:pic>
      <p:pic>
        <p:nvPicPr>
          <p:cNvPr id="177" name="Google Shape;177;p20"/>
          <p:cNvPicPr preferRelativeResize="0"/>
          <p:nvPr/>
        </p:nvPicPr>
        <p:blipFill>
          <a:blip r:embed="rId3">
            <a:alphaModFix/>
          </a:blip>
          <a:stretch>
            <a:fillRect/>
          </a:stretch>
        </p:blipFill>
        <p:spPr>
          <a:xfrm rot="2700003">
            <a:off x="8169632" y="4378229"/>
            <a:ext cx="1057911" cy="922165"/>
          </a:xfrm>
          <a:prstGeom prst="rect">
            <a:avLst/>
          </a:prstGeom>
          <a:noFill/>
          <a:ln>
            <a:noFill/>
          </a:ln>
        </p:spPr>
      </p:pic>
      <p:pic>
        <p:nvPicPr>
          <p:cNvPr id="178" name="Google Shape;178;p20"/>
          <p:cNvPicPr preferRelativeResize="0"/>
          <p:nvPr/>
        </p:nvPicPr>
        <p:blipFill>
          <a:blip r:embed="rId2">
            <a:alphaModFix/>
          </a:blip>
          <a:stretch>
            <a:fillRect/>
          </a:stretch>
        </p:blipFill>
        <p:spPr>
          <a:xfrm flipH="1" rot="-64">
            <a:off x="-106363" y="4091778"/>
            <a:ext cx="912027" cy="1252516"/>
          </a:xfrm>
          <a:prstGeom prst="rect">
            <a:avLst/>
          </a:prstGeom>
          <a:noFill/>
          <a:ln>
            <a:noFill/>
          </a:ln>
        </p:spPr>
      </p:pic>
      <p:pic>
        <p:nvPicPr>
          <p:cNvPr id="179" name="Google Shape;179;p20"/>
          <p:cNvPicPr preferRelativeResize="0"/>
          <p:nvPr/>
        </p:nvPicPr>
        <p:blipFill>
          <a:blip r:embed="rId4">
            <a:alphaModFix/>
          </a:blip>
          <a:stretch>
            <a:fillRect/>
          </a:stretch>
        </p:blipFill>
        <p:spPr>
          <a:xfrm>
            <a:off x="-495078" y="0"/>
            <a:ext cx="1582982" cy="1252525"/>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80" name="Shape 180"/>
        <p:cNvGrpSpPr/>
        <p:nvPr/>
      </p:nvGrpSpPr>
      <p:grpSpPr>
        <a:xfrm>
          <a:off x="0" y="0"/>
          <a:ext cx="0" cy="0"/>
          <a:chOff x="0" y="0"/>
          <a:chExt cx="0" cy="0"/>
        </a:xfrm>
      </p:grpSpPr>
      <p:sp>
        <p:nvSpPr>
          <p:cNvPr id="181" name="Google Shape;181;p21"/>
          <p:cNvSpPr txBox="1"/>
          <p:nvPr>
            <p:ph hasCustomPrompt="1" type="title"/>
          </p:nvPr>
        </p:nvSpPr>
        <p:spPr>
          <a:xfrm>
            <a:off x="1848000" y="1042712"/>
            <a:ext cx="54480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82" name="Google Shape;182;p21"/>
          <p:cNvSpPr txBox="1"/>
          <p:nvPr>
            <p:ph idx="1" type="subTitle"/>
          </p:nvPr>
        </p:nvSpPr>
        <p:spPr>
          <a:xfrm>
            <a:off x="1848000" y="1797587"/>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 name="Google Shape;183;p21"/>
          <p:cNvSpPr txBox="1"/>
          <p:nvPr>
            <p:ph hasCustomPrompt="1" idx="2" type="title"/>
          </p:nvPr>
        </p:nvSpPr>
        <p:spPr>
          <a:xfrm>
            <a:off x="1848000" y="2816891"/>
            <a:ext cx="54480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84" name="Google Shape;184;p21"/>
          <p:cNvSpPr txBox="1"/>
          <p:nvPr>
            <p:ph idx="3" type="subTitle"/>
          </p:nvPr>
        </p:nvSpPr>
        <p:spPr>
          <a:xfrm>
            <a:off x="1848000" y="3571688"/>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85" name="Google Shape;185;p21"/>
          <p:cNvPicPr preferRelativeResize="0"/>
          <p:nvPr/>
        </p:nvPicPr>
        <p:blipFill>
          <a:blip r:embed="rId2">
            <a:alphaModFix/>
          </a:blip>
          <a:stretch>
            <a:fillRect/>
          </a:stretch>
        </p:blipFill>
        <p:spPr>
          <a:xfrm flipH="1" rot="10372155">
            <a:off x="58282" y="928206"/>
            <a:ext cx="716358" cy="983783"/>
          </a:xfrm>
          <a:prstGeom prst="rect">
            <a:avLst/>
          </a:prstGeom>
          <a:noFill/>
          <a:ln>
            <a:noFill/>
          </a:ln>
        </p:spPr>
      </p:pic>
      <p:pic>
        <p:nvPicPr>
          <p:cNvPr id="186" name="Google Shape;186;p21"/>
          <p:cNvPicPr preferRelativeResize="0"/>
          <p:nvPr/>
        </p:nvPicPr>
        <p:blipFill>
          <a:blip r:embed="rId3">
            <a:alphaModFix/>
          </a:blip>
          <a:stretch>
            <a:fillRect/>
          </a:stretch>
        </p:blipFill>
        <p:spPr>
          <a:xfrm>
            <a:off x="146425" y="143775"/>
            <a:ext cx="1028400" cy="898925"/>
          </a:xfrm>
          <a:prstGeom prst="rect">
            <a:avLst/>
          </a:prstGeom>
          <a:noFill/>
          <a:ln>
            <a:noFill/>
          </a:ln>
        </p:spPr>
      </p:pic>
      <p:pic>
        <p:nvPicPr>
          <p:cNvPr id="187" name="Google Shape;187;p21"/>
          <p:cNvPicPr preferRelativeResize="0"/>
          <p:nvPr/>
        </p:nvPicPr>
        <p:blipFill>
          <a:blip r:embed="rId4">
            <a:alphaModFix/>
          </a:blip>
          <a:stretch>
            <a:fillRect/>
          </a:stretch>
        </p:blipFill>
        <p:spPr>
          <a:xfrm rot="1983249">
            <a:off x="8013782" y="3707419"/>
            <a:ext cx="1251384" cy="1500087"/>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88" name="Shape 188"/>
        <p:cNvGrpSpPr/>
        <p:nvPr/>
      </p:nvGrpSpPr>
      <p:grpSpPr>
        <a:xfrm>
          <a:off x="0" y="0"/>
          <a:ext cx="0" cy="0"/>
          <a:chOff x="0" y="0"/>
          <a:chExt cx="0" cy="0"/>
        </a:xfrm>
      </p:grpSpPr>
      <p:sp>
        <p:nvSpPr>
          <p:cNvPr id="189" name="Google Shape;189;p22"/>
          <p:cNvSpPr txBox="1"/>
          <p:nvPr>
            <p:ph type="title"/>
          </p:nvPr>
        </p:nvSpPr>
        <p:spPr>
          <a:xfrm>
            <a:off x="2347950" y="540000"/>
            <a:ext cx="4448100" cy="123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0" name="Google Shape;190;p22"/>
          <p:cNvSpPr txBox="1"/>
          <p:nvPr>
            <p:ph idx="1" type="subTitle"/>
          </p:nvPr>
        </p:nvSpPr>
        <p:spPr>
          <a:xfrm>
            <a:off x="2347950" y="1771800"/>
            <a:ext cx="44481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22"/>
          <p:cNvSpPr txBox="1"/>
          <p:nvPr/>
        </p:nvSpPr>
        <p:spPr>
          <a:xfrm>
            <a:off x="2099100" y="377830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lt1"/>
                </a:solidFill>
                <a:latin typeface="Jost"/>
                <a:ea typeface="Jost"/>
                <a:cs typeface="Jost"/>
                <a:sym typeface="Jost"/>
              </a:rPr>
              <a:t>CREDITS:</a:t>
            </a:r>
            <a:r>
              <a:rPr lang="en" sz="1200">
                <a:solidFill>
                  <a:schemeClr val="lt1"/>
                </a:solidFill>
                <a:latin typeface="Jost"/>
                <a:ea typeface="Jost"/>
                <a:cs typeface="Jost"/>
                <a:sym typeface="Jost"/>
              </a:rPr>
              <a:t> This presentation template was created by </a:t>
            </a:r>
            <a:r>
              <a:rPr b="1" lang="en" sz="1200" u="sng">
                <a:solidFill>
                  <a:schemeClr val="lt1"/>
                </a:solidFill>
                <a:latin typeface="Jost"/>
                <a:ea typeface="Jost"/>
                <a:cs typeface="Jost"/>
                <a:sym typeface="Jost"/>
                <a:hlinkClick r:id="rId2">
                  <a:extLst>
                    <a:ext uri="{A12FA001-AC4F-418D-AE19-62706E023703}">
                      <ahyp:hlinkClr val="tx"/>
                    </a:ext>
                  </a:extLst>
                </a:hlinkClick>
              </a:rPr>
              <a:t>Slidesgo</a:t>
            </a:r>
            <a:r>
              <a:rPr lang="en" sz="1200">
                <a:solidFill>
                  <a:schemeClr val="lt1"/>
                </a:solidFill>
                <a:latin typeface="Jost"/>
                <a:ea typeface="Jost"/>
                <a:cs typeface="Jost"/>
                <a:sym typeface="Jost"/>
              </a:rPr>
              <a:t>, and includes icons by </a:t>
            </a:r>
            <a:r>
              <a:rPr b="1" lang="en" sz="1200" u="sng">
                <a:solidFill>
                  <a:schemeClr val="lt1"/>
                </a:solidFill>
                <a:latin typeface="Jost"/>
                <a:ea typeface="Jost"/>
                <a:cs typeface="Jost"/>
                <a:sym typeface="Jost"/>
                <a:hlinkClick r:id="rId3">
                  <a:extLst>
                    <a:ext uri="{A12FA001-AC4F-418D-AE19-62706E023703}">
                      <ahyp:hlinkClr val="tx"/>
                    </a:ext>
                  </a:extLst>
                </a:hlinkClick>
              </a:rPr>
              <a:t>Flaticon</a:t>
            </a:r>
            <a:r>
              <a:rPr lang="en" sz="1200">
                <a:solidFill>
                  <a:schemeClr val="lt1"/>
                </a:solidFill>
                <a:latin typeface="Jost"/>
                <a:ea typeface="Jost"/>
                <a:cs typeface="Jost"/>
                <a:sym typeface="Jost"/>
              </a:rPr>
              <a:t>, and infographics &amp; images by </a:t>
            </a:r>
            <a:r>
              <a:rPr b="1" lang="en" sz="1200" u="sng">
                <a:solidFill>
                  <a:schemeClr val="lt1"/>
                </a:solidFill>
                <a:latin typeface="Jost"/>
                <a:ea typeface="Jost"/>
                <a:cs typeface="Jost"/>
                <a:sym typeface="Jost"/>
                <a:hlinkClick r:id="rId4">
                  <a:extLst>
                    <a:ext uri="{A12FA001-AC4F-418D-AE19-62706E023703}">
                      <ahyp:hlinkClr val="tx"/>
                    </a:ext>
                  </a:extLst>
                </a:hlinkClick>
              </a:rPr>
              <a:t>Freepik</a:t>
            </a:r>
            <a:r>
              <a:rPr lang="en" sz="1200" u="sng">
                <a:solidFill>
                  <a:schemeClr val="lt1"/>
                </a:solidFill>
                <a:latin typeface="Jost"/>
                <a:ea typeface="Jost"/>
                <a:cs typeface="Jost"/>
                <a:sym typeface="Jost"/>
              </a:rPr>
              <a:t> </a:t>
            </a:r>
            <a:endParaRPr b="1" sz="1200" u="sng">
              <a:solidFill>
                <a:schemeClr val="lt1"/>
              </a:solidFill>
              <a:latin typeface="Jost"/>
              <a:ea typeface="Jost"/>
              <a:cs typeface="Jost"/>
              <a:sym typeface="Jost"/>
            </a:endParaRPr>
          </a:p>
        </p:txBody>
      </p:sp>
      <p:pic>
        <p:nvPicPr>
          <p:cNvPr id="192" name="Google Shape;192;p22"/>
          <p:cNvPicPr preferRelativeResize="0"/>
          <p:nvPr/>
        </p:nvPicPr>
        <p:blipFill>
          <a:blip r:embed="rId5">
            <a:alphaModFix/>
          </a:blip>
          <a:stretch>
            <a:fillRect/>
          </a:stretch>
        </p:blipFill>
        <p:spPr>
          <a:xfrm>
            <a:off x="7439573" y="-592375"/>
            <a:ext cx="1621397" cy="1663375"/>
          </a:xfrm>
          <a:prstGeom prst="rect">
            <a:avLst/>
          </a:prstGeom>
          <a:noFill/>
          <a:ln>
            <a:noFill/>
          </a:ln>
        </p:spPr>
      </p:pic>
      <p:pic>
        <p:nvPicPr>
          <p:cNvPr id="193" name="Google Shape;193;p22"/>
          <p:cNvPicPr preferRelativeResize="0"/>
          <p:nvPr/>
        </p:nvPicPr>
        <p:blipFill>
          <a:blip r:embed="rId6">
            <a:alphaModFix/>
          </a:blip>
          <a:stretch>
            <a:fillRect/>
          </a:stretch>
        </p:blipFill>
        <p:spPr>
          <a:xfrm>
            <a:off x="0" y="2269625"/>
            <a:ext cx="1149600" cy="1524649"/>
          </a:xfrm>
          <a:prstGeom prst="rect">
            <a:avLst/>
          </a:prstGeom>
          <a:noFill/>
          <a:ln>
            <a:noFill/>
          </a:ln>
        </p:spPr>
      </p:pic>
      <p:pic>
        <p:nvPicPr>
          <p:cNvPr id="194" name="Google Shape;194;p22"/>
          <p:cNvPicPr preferRelativeResize="0"/>
          <p:nvPr/>
        </p:nvPicPr>
        <p:blipFill>
          <a:blip r:embed="rId7">
            <a:alphaModFix/>
          </a:blip>
          <a:stretch>
            <a:fillRect/>
          </a:stretch>
        </p:blipFill>
        <p:spPr>
          <a:xfrm flipH="1" rot="-6917001">
            <a:off x="1709412" y="-483308"/>
            <a:ext cx="912027" cy="1252515"/>
          </a:xfrm>
          <a:prstGeom prst="rect">
            <a:avLst/>
          </a:prstGeom>
          <a:noFill/>
          <a:ln>
            <a:noFill/>
          </a:ln>
        </p:spPr>
      </p:pic>
      <p:pic>
        <p:nvPicPr>
          <p:cNvPr id="195" name="Google Shape;195;p22"/>
          <p:cNvPicPr preferRelativeResize="0"/>
          <p:nvPr/>
        </p:nvPicPr>
        <p:blipFill>
          <a:blip r:embed="rId8">
            <a:alphaModFix/>
          </a:blip>
          <a:stretch>
            <a:fillRect/>
          </a:stretch>
        </p:blipFill>
        <p:spPr>
          <a:xfrm>
            <a:off x="7899938" y="1070999"/>
            <a:ext cx="2269925" cy="1342400"/>
          </a:xfrm>
          <a:prstGeom prst="rect">
            <a:avLst/>
          </a:prstGeom>
          <a:noFill/>
          <a:ln>
            <a:noFill/>
          </a:ln>
        </p:spPr>
      </p:pic>
      <p:pic>
        <p:nvPicPr>
          <p:cNvPr id="196" name="Google Shape;196;p22"/>
          <p:cNvPicPr preferRelativeResize="0"/>
          <p:nvPr/>
        </p:nvPicPr>
        <p:blipFill>
          <a:blip r:embed="rId9">
            <a:alphaModFix/>
          </a:blip>
          <a:stretch>
            <a:fillRect/>
          </a:stretch>
        </p:blipFill>
        <p:spPr>
          <a:xfrm flipH="1">
            <a:off x="7899950" y="2640133"/>
            <a:ext cx="3131900" cy="2180725"/>
          </a:xfrm>
          <a:prstGeom prst="rect">
            <a:avLst/>
          </a:prstGeom>
          <a:noFill/>
          <a:ln>
            <a:noFill/>
          </a:ln>
        </p:spPr>
      </p:pic>
      <p:pic>
        <p:nvPicPr>
          <p:cNvPr id="197" name="Google Shape;197;p22"/>
          <p:cNvPicPr preferRelativeResize="0"/>
          <p:nvPr/>
        </p:nvPicPr>
        <p:blipFill>
          <a:blip r:embed="rId10">
            <a:alphaModFix/>
          </a:blip>
          <a:stretch>
            <a:fillRect/>
          </a:stretch>
        </p:blipFill>
        <p:spPr>
          <a:xfrm flipH="1">
            <a:off x="3599788" y="-262662"/>
            <a:ext cx="2191375" cy="100395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98" name="Shape 198"/>
        <p:cNvGrpSpPr/>
        <p:nvPr/>
      </p:nvGrpSpPr>
      <p:grpSpPr>
        <a:xfrm>
          <a:off x="0" y="0"/>
          <a:ext cx="0" cy="0"/>
          <a:chOff x="0" y="0"/>
          <a:chExt cx="0" cy="0"/>
        </a:xfrm>
      </p:grpSpPr>
      <p:pic>
        <p:nvPicPr>
          <p:cNvPr id="199" name="Google Shape;199;p23"/>
          <p:cNvPicPr preferRelativeResize="0"/>
          <p:nvPr/>
        </p:nvPicPr>
        <p:blipFill>
          <a:blip r:embed="rId2">
            <a:alphaModFix/>
          </a:blip>
          <a:stretch>
            <a:fillRect/>
          </a:stretch>
        </p:blipFill>
        <p:spPr>
          <a:xfrm>
            <a:off x="8153674" y="-440675"/>
            <a:ext cx="1417501" cy="1454200"/>
          </a:xfrm>
          <a:prstGeom prst="rect">
            <a:avLst/>
          </a:prstGeom>
          <a:noFill/>
          <a:ln>
            <a:noFill/>
          </a:ln>
        </p:spPr>
      </p:pic>
      <p:pic>
        <p:nvPicPr>
          <p:cNvPr id="200" name="Google Shape;200;p23"/>
          <p:cNvPicPr preferRelativeResize="0"/>
          <p:nvPr/>
        </p:nvPicPr>
        <p:blipFill>
          <a:blip r:embed="rId3">
            <a:alphaModFix/>
          </a:blip>
          <a:stretch>
            <a:fillRect/>
          </a:stretch>
        </p:blipFill>
        <p:spPr>
          <a:xfrm rot="-2125754">
            <a:off x="-249678" y="23275"/>
            <a:ext cx="1745824" cy="1032450"/>
          </a:xfrm>
          <a:prstGeom prst="rect">
            <a:avLst/>
          </a:prstGeom>
          <a:noFill/>
          <a:ln>
            <a:noFill/>
          </a:ln>
        </p:spPr>
      </p:pic>
      <p:pic>
        <p:nvPicPr>
          <p:cNvPr id="201" name="Google Shape;201;p23"/>
          <p:cNvPicPr preferRelativeResize="0"/>
          <p:nvPr/>
        </p:nvPicPr>
        <p:blipFill>
          <a:blip r:embed="rId4">
            <a:alphaModFix/>
          </a:blip>
          <a:stretch>
            <a:fillRect/>
          </a:stretch>
        </p:blipFill>
        <p:spPr>
          <a:xfrm>
            <a:off x="-2384200" y="2734783"/>
            <a:ext cx="3131900" cy="2180725"/>
          </a:xfrm>
          <a:prstGeom prst="rect">
            <a:avLst/>
          </a:prstGeom>
          <a:noFill/>
          <a:ln>
            <a:noFill/>
          </a:ln>
        </p:spPr>
      </p:pic>
      <p:grpSp>
        <p:nvGrpSpPr>
          <p:cNvPr id="202" name="Google Shape;202;p23"/>
          <p:cNvGrpSpPr/>
          <p:nvPr/>
        </p:nvGrpSpPr>
        <p:grpSpPr>
          <a:xfrm>
            <a:off x="-387309" y="-573270"/>
            <a:ext cx="8659508" cy="3217618"/>
            <a:chOff x="-387309" y="-573270"/>
            <a:chExt cx="8659508" cy="3217618"/>
          </a:xfrm>
        </p:grpSpPr>
        <p:pic>
          <p:nvPicPr>
            <p:cNvPr id="203" name="Google Shape;203;p23"/>
            <p:cNvPicPr preferRelativeResize="0"/>
            <p:nvPr/>
          </p:nvPicPr>
          <p:blipFill>
            <a:blip r:embed="rId5">
              <a:alphaModFix/>
            </a:blip>
            <a:stretch>
              <a:fillRect/>
            </a:stretch>
          </p:blipFill>
          <p:spPr>
            <a:xfrm flipH="1" rot="7233520">
              <a:off x="-126262" y="1536427"/>
              <a:ext cx="755570" cy="1037643"/>
            </a:xfrm>
            <a:prstGeom prst="rect">
              <a:avLst/>
            </a:prstGeom>
            <a:noFill/>
            <a:ln>
              <a:noFill/>
            </a:ln>
          </p:spPr>
        </p:pic>
        <p:pic>
          <p:nvPicPr>
            <p:cNvPr id="204" name="Google Shape;204;p23"/>
            <p:cNvPicPr preferRelativeResize="0"/>
            <p:nvPr/>
          </p:nvPicPr>
          <p:blipFill>
            <a:blip r:embed="rId5">
              <a:alphaModFix/>
            </a:blip>
            <a:stretch>
              <a:fillRect/>
            </a:stretch>
          </p:blipFill>
          <p:spPr>
            <a:xfrm flipH="1" rot="-8100047">
              <a:off x="7260413" y="-458099"/>
              <a:ext cx="755570" cy="1037644"/>
            </a:xfrm>
            <a:prstGeom prst="rect">
              <a:avLst/>
            </a:prstGeom>
            <a:noFill/>
            <a:ln>
              <a:noFill/>
            </a:ln>
          </p:spPr>
        </p:pic>
      </p:grpSp>
      <p:pic>
        <p:nvPicPr>
          <p:cNvPr id="205" name="Google Shape;205;p23"/>
          <p:cNvPicPr preferRelativeResize="0"/>
          <p:nvPr/>
        </p:nvPicPr>
        <p:blipFill>
          <a:blip r:embed="rId6">
            <a:alphaModFix/>
          </a:blip>
          <a:stretch>
            <a:fillRect/>
          </a:stretch>
        </p:blipFill>
        <p:spPr>
          <a:xfrm rot="1983249">
            <a:off x="-2443" y="3853956"/>
            <a:ext cx="1251384" cy="1500087"/>
          </a:xfrm>
          <a:prstGeom prst="rect">
            <a:avLst/>
          </a:prstGeom>
          <a:noFill/>
          <a:ln>
            <a:noFill/>
          </a:ln>
        </p:spPr>
      </p:pic>
      <p:pic>
        <p:nvPicPr>
          <p:cNvPr id="206" name="Google Shape;206;p23"/>
          <p:cNvPicPr preferRelativeResize="0"/>
          <p:nvPr/>
        </p:nvPicPr>
        <p:blipFill>
          <a:blip r:embed="rId7">
            <a:alphaModFix/>
          </a:blip>
          <a:stretch>
            <a:fillRect/>
          </a:stretch>
        </p:blipFill>
        <p:spPr>
          <a:xfrm rot="-632905">
            <a:off x="8165663" y="4009622"/>
            <a:ext cx="1229523" cy="1071756"/>
          </a:xfrm>
          <a:prstGeom prst="rect">
            <a:avLst/>
          </a:prstGeom>
          <a:noFill/>
          <a:ln>
            <a:noFill/>
          </a:ln>
        </p:spPr>
      </p:pic>
      <p:pic>
        <p:nvPicPr>
          <p:cNvPr id="207" name="Google Shape;207;p23"/>
          <p:cNvPicPr preferRelativeResize="0"/>
          <p:nvPr/>
        </p:nvPicPr>
        <p:blipFill>
          <a:blip r:embed="rId8">
            <a:alphaModFix/>
          </a:blip>
          <a:stretch>
            <a:fillRect/>
          </a:stretch>
        </p:blipFill>
        <p:spPr>
          <a:xfrm flipH="1">
            <a:off x="8396300" y="1155325"/>
            <a:ext cx="1228474" cy="1489849"/>
          </a:xfrm>
          <a:prstGeom prst="rect">
            <a:avLst/>
          </a:prstGeom>
          <a:noFill/>
          <a:ln>
            <a:noFill/>
          </a:ln>
        </p:spPr>
      </p:pic>
      <p:pic>
        <p:nvPicPr>
          <p:cNvPr id="208" name="Google Shape;208;p23"/>
          <p:cNvPicPr preferRelativeResize="0"/>
          <p:nvPr/>
        </p:nvPicPr>
        <p:blipFill>
          <a:blip r:embed="rId9">
            <a:alphaModFix/>
          </a:blip>
          <a:stretch>
            <a:fillRect/>
          </a:stretch>
        </p:blipFill>
        <p:spPr>
          <a:xfrm>
            <a:off x="8395887" y="3013025"/>
            <a:ext cx="933100" cy="893100"/>
          </a:xfrm>
          <a:prstGeom prst="rect">
            <a:avLst/>
          </a:prstGeom>
          <a:noFill/>
          <a:ln>
            <a:noFill/>
          </a:ln>
        </p:spPr>
      </p:pic>
      <p:pic>
        <p:nvPicPr>
          <p:cNvPr id="209" name="Google Shape;209;p23"/>
          <p:cNvPicPr preferRelativeResize="0"/>
          <p:nvPr/>
        </p:nvPicPr>
        <p:blipFill>
          <a:blip r:embed="rId10">
            <a:alphaModFix/>
          </a:blip>
          <a:stretch>
            <a:fillRect/>
          </a:stretch>
        </p:blipFill>
        <p:spPr>
          <a:xfrm>
            <a:off x="1191263" y="4484252"/>
            <a:ext cx="892075" cy="779750"/>
          </a:xfrm>
          <a:prstGeom prst="rect">
            <a:avLst/>
          </a:prstGeom>
          <a:noFill/>
          <a:ln>
            <a:noFill/>
          </a:ln>
        </p:spPr>
      </p:pic>
      <p:pic>
        <p:nvPicPr>
          <p:cNvPr id="210" name="Google Shape;210;p23"/>
          <p:cNvPicPr preferRelativeResize="0"/>
          <p:nvPr/>
        </p:nvPicPr>
        <p:blipFill>
          <a:blip r:embed="rId11">
            <a:alphaModFix/>
          </a:blip>
          <a:stretch>
            <a:fillRect/>
          </a:stretch>
        </p:blipFill>
        <p:spPr>
          <a:xfrm>
            <a:off x="1556776" y="-914527"/>
            <a:ext cx="1462887" cy="141265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11" name="Shape 211"/>
        <p:cNvGrpSpPr/>
        <p:nvPr/>
      </p:nvGrpSpPr>
      <p:grpSpPr>
        <a:xfrm>
          <a:off x="0" y="0"/>
          <a:ext cx="0" cy="0"/>
          <a:chOff x="0" y="0"/>
          <a:chExt cx="0" cy="0"/>
        </a:xfrm>
      </p:grpSpPr>
      <p:pic>
        <p:nvPicPr>
          <p:cNvPr id="212" name="Google Shape;212;p24"/>
          <p:cNvPicPr preferRelativeResize="0"/>
          <p:nvPr/>
        </p:nvPicPr>
        <p:blipFill>
          <a:blip r:embed="rId2">
            <a:alphaModFix/>
          </a:blip>
          <a:stretch>
            <a:fillRect/>
          </a:stretch>
        </p:blipFill>
        <p:spPr>
          <a:xfrm>
            <a:off x="-166975" y="-48250"/>
            <a:ext cx="1436251" cy="1136436"/>
          </a:xfrm>
          <a:prstGeom prst="rect">
            <a:avLst/>
          </a:prstGeom>
          <a:noFill/>
          <a:ln>
            <a:noFill/>
          </a:ln>
        </p:spPr>
      </p:pic>
      <p:pic>
        <p:nvPicPr>
          <p:cNvPr id="213" name="Google Shape;213;p24"/>
          <p:cNvPicPr preferRelativeResize="0"/>
          <p:nvPr/>
        </p:nvPicPr>
        <p:blipFill>
          <a:blip r:embed="rId2">
            <a:alphaModFix/>
          </a:blip>
          <a:stretch>
            <a:fillRect/>
          </a:stretch>
        </p:blipFill>
        <p:spPr>
          <a:xfrm>
            <a:off x="7656209" y="3961713"/>
            <a:ext cx="1623466" cy="1284575"/>
          </a:xfrm>
          <a:prstGeom prst="rect">
            <a:avLst/>
          </a:prstGeom>
          <a:noFill/>
          <a:ln>
            <a:noFill/>
          </a:ln>
        </p:spPr>
      </p:pic>
      <p:pic>
        <p:nvPicPr>
          <p:cNvPr id="214" name="Google Shape;214;p24"/>
          <p:cNvPicPr preferRelativeResize="0"/>
          <p:nvPr/>
        </p:nvPicPr>
        <p:blipFill>
          <a:blip r:embed="rId3">
            <a:alphaModFix/>
          </a:blip>
          <a:stretch>
            <a:fillRect/>
          </a:stretch>
        </p:blipFill>
        <p:spPr>
          <a:xfrm flipH="1" rot="1632007">
            <a:off x="7661764" y="-118967"/>
            <a:ext cx="1878319" cy="860531"/>
          </a:xfrm>
          <a:prstGeom prst="rect">
            <a:avLst/>
          </a:prstGeom>
          <a:noFill/>
          <a:ln>
            <a:noFill/>
          </a:ln>
        </p:spPr>
      </p:pic>
      <p:grpSp>
        <p:nvGrpSpPr>
          <p:cNvPr id="215" name="Google Shape;215;p24"/>
          <p:cNvGrpSpPr/>
          <p:nvPr/>
        </p:nvGrpSpPr>
        <p:grpSpPr>
          <a:xfrm>
            <a:off x="-166966" y="959487"/>
            <a:ext cx="9446640" cy="3053136"/>
            <a:chOff x="-166966" y="959487"/>
            <a:chExt cx="9446640" cy="3053136"/>
          </a:xfrm>
        </p:grpSpPr>
        <p:pic>
          <p:nvPicPr>
            <p:cNvPr id="216" name="Google Shape;216;p24"/>
            <p:cNvPicPr preferRelativeResize="0"/>
            <p:nvPr/>
          </p:nvPicPr>
          <p:blipFill>
            <a:blip r:embed="rId4">
              <a:alphaModFix/>
            </a:blip>
            <a:stretch>
              <a:fillRect/>
            </a:stretch>
          </p:blipFill>
          <p:spPr>
            <a:xfrm flipH="1" rot="8962405">
              <a:off x="13949" y="1062155"/>
              <a:ext cx="645973" cy="887117"/>
            </a:xfrm>
            <a:prstGeom prst="rect">
              <a:avLst/>
            </a:prstGeom>
            <a:noFill/>
            <a:ln>
              <a:noFill/>
            </a:ln>
          </p:spPr>
        </p:pic>
        <p:pic>
          <p:nvPicPr>
            <p:cNvPr id="217" name="Google Shape;217;p24"/>
            <p:cNvPicPr preferRelativeResize="0"/>
            <p:nvPr/>
          </p:nvPicPr>
          <p:blipFill>
            <a:blip r:embed="rId4">
              <a:alphaModFix/>
            </a:blip>
            <a:stretch>
              <a:fillRect/>
            </a:stretch>
          </p:blipFill>
          <p:spPr>
            <a:xfrm flipH="1" rot="-2872895">
              <a:off x="8506227" y="3139451"/>
              <a:ext cx="575196" cy="789920"/>
            </a:xfrm>
            <a:prstGeom prst="rect">
              <a:avLst/>
            </a:prstGeom>
            <a:noFill/>
            <a:ln>
              <a:noFill/>
            </a:ln>
          </p:spPr>
        </p:pic>
      </p:grpSp>
      <p:pic>
        <p:nvPicPr>
          <p:cNvPr id="218" name="Google Shape;218;p24"/>
          <p:cNvPicPr preferRelativeResize="0"/>
          <p:nvPr/>
        </p:nvPicPr>
        <p:blipFill>
          <a:blip r:embed="rId5">
            <a:alphaModFix/>
          </a:blip>
          <a:stretch>
            <a:fillRect/>
          </a:stretch>
        </p:blipFill>
        <p:spPr>
          <a:xfrm rot="2195771">
            <a:off x="-19102" y="4132001"/>
            <a:ext cx="946453" cy="1134550"/>
          </a:xfrm>
          <a:prstGeom prst="rect">
            <a:avLst/>
          </a:prstGeom>
          <a:noFill/>
          <a:ln>
            <a:noFill/>
          </a:ln>
        </p:spPr>
      </p:pic>
      <p:pic>
        <p:nvPicPr>
          <p:cNvPr id="219" name="Google Shape;219;p24"/>
          <p:cNvPicPr preferRelativeResize="0"/>
          <p:nvPr/>
        </p:nvPicPr>
        <p:blipFill>
          <a:blip r:embed="rId6">
            <a:alphaModFix/>
          </a:blip>
          <a:stretch>
            <a:fillRect/>
          </a:stretch>
        </p:blipFill>
        <p:spPr>
          <a:xfrm>
            <a:off x="8430775" y="1179925"/>
            <a:ext cx="757523" cy="725050"/>
          </a:xfrm>
          <a:prstGeom prst="rect">
            <a:avLst/>
          </a:prstGeom>
          <a:noFill/>
          <a:ln>
            <a:noFill/>
          </a:ln>
        </p:spPr>
      </p:pic>
      <p:pic>
        <p:nvPicPr>
          <p:cNvPr id="220" name="Google Shape;220;p24"/>
          <p:cNvPicPr preferRelativeResize="0"/>
          <p:nvPr/>
        </p:nvPicPr>
        <p:blipFill>
          <a:blip r:embed="rId7">
            <a:alphaModFix/>
          </a:blip>
          <a:stretch>
            <a:fillRect/>
          </a:stretch>
        </p:blipFill>
        <p:spPr>
          <a:xfrm flipH="1">
            <a:off x="-364475" y="2146375"/>
            <a:ext cx="1402800" cy="1660101"/>
          </a:xfrm>
          <a:prstGeom prst="rect">
            <a:avLst/>
          </a:prstGeom>
          <a:noFill/>
          <a:ln>
            <a:noFill/>
          </a:ln>
        </p:spPr>
      </p:pic>
      <p:pic>
        <p:nvPicPr>
          <p:cNvPr id="221" name="Google Shape;221;p24"/>
          <p:cNvPicPr preferRelativeResize="0"/>
          <p:nvPr/>
        </p:nvPicPr>
        <p:blipFill>
          <a:blip r:embed="rId8">
            <a:alphaModFix/>
          </a:blip>
          <a:stretch>
            <a:fillRect/>
          </a:stretch>
        </p:blipFill>
        <p:spPr>
          <a:xfrm flipH="1">
            <a:off x="8485925" y="1961623"/>
            <a:ext cx="1931430" cy="1660101"/>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25" name="Shape 22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26" name="Shape 226"/>
        <p:cNvGrpSpPr/>
        <p:nvPr/>
      </p:nvGrpSpPr>
      <p:grpSpPr>
        <a:xfrm>
          <a:off x="0" y="0"/>
          <a:ext cx="0" cy="0"/>
          <a:chOff x="0" y="0"/>
          <a:chExt cx="0" cy="0"/>
        </a:xfrm>
      </p:grpSpPr>
      <p:sp>
        <p:nvSpPr>
          <p:cNvPr id="227" name="Google Shape;227;p2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1pPr>
            <a:lvl2pPr lvl="1"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2pPr>
            <a:lvl3pPr lvl="2"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3pPr>
            <a:lvl4pPr lvl="3"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4pPr>
            <a:lvl5pPr lvl="4"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5pPr>
            <a:lvl6pPr lvl="5"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6pPr>
            <a:lvl7pPr lvl="6"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7pPr>
            <a:lvl8pPr lvl="7"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8pPr>
            <a:lvl9pPr lvl="8" rtl="0">
              <a:spcBef>
                <a:spcPts val="0"/>
              </a:spcBef>
              <a:spcAft>
                <a:spcPts val="0"/>
              </a:spcAft>
              <a:buClr>
                <a:schemeClr val="lt1"/>
              </a:buClr>
              <a:buSzPts val="3000"/>
              <a:buFont typeface="Londrina Solid"/>
              <a:buNone/>
              <a:defRPr sz="3000">
                <a:solidFill>
                  <a:schemeClr val="lt1"/>
                </a:solidFill>
                <a:latin typeface="Londrina Solid"/>
                <a:ea typeface="Londrina Solid"/>
                <a:cs typeface="Londrina Solid"/>
                <a:sym typeface="Londrina Soli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1pPr>
            <a:lvl2pPr indent="-317500" lvl="1" marL="9144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2pPr>
            <a:lvl3pPr indent="-317500" lvl="2" marL="13716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3pPr>
            <a:lvl4pPr indent="-317500" lvl="3" marL="18288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4pPr>
            <a:lvl5pPr indent="-317500" lvl="4" marL="22860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5pPr>
            <a:lvl6pPr indent="-317500" lvl="5" marL="27432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6pPr>
            <a:lvl7pPr indent="-317500" lvl="6" marL="32004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7pPr>
            <a:lvl8pPr indent="-317500" lvl="7" marL="36576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8pPr>
            <a:lvl9pPr indent="-317500" lvl="8" marL="4114800">
              <a:lnSpc>
                <a:spcPct val="100000"/>
              </a:lnSpc>
              <a:spcBef>
                <a:spcPts val="0"/>
              </a:spcBef>
              <a:spcAft>
                <a:spcPts val="0"/>
              </a:spcAft>
              <a:buClr>
                <a:schemeClr val="lt1"/>
              </a:buClr>
              <a:buSzPts val="1400"/>
              <a:buFont typeface="Jost"/>
              <a:buChar char="■"/>
              <a:defRPr>
                <a:solidFill>
                  <a:schemeClr val="lt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22" name="Shape 222"/>
        <p:cNvGrpSpPr/>
        <p:nvPr/>
      </p:nvGrpSpPr>
      <p:grpSpPr>
        <a:xfrm>
          <a:off x="0" y="0"/>
          <a:ext cx="0" cy="0"/>
          <a:chOff x="0" y="0"/>
          <a:chExt cx="0" cy="0"/>
        </a:xfrm>
      </p:grpSpPr>
      <p:sp>
        <p:nvSpPr>
          <p:cNvPr id="223" name="Google Shape;223;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24" name="Google Shape;224;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1" Type="http://schemas.openxmlformats.org/officeDocument/2006/relationships/slide" Target="/ppt/slides/slide27.xml"/><Relationship Id="rId10" Type="http://schemas.openxmlformats.org/officeDocument/2006/relationships/slide" Target="/ppt/slides/slide33.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22.xml"/><Relationship Id="rId9" Type="http://schemas.openxmlformats.org/officeDocument/2006/relationships/slide" Target="/ppt/slides/slide25.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5" Type="http://schemas.openxmlformats.org/officeDocument/2006/relationships/slide" Target="/ppt/slides/slide21.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1.xml"/><Relationship Id="rId18" Type="http://schemas.openxmlformats.org/officeDocument/2006/relationships/hyperlink" Target="https://storyset.com/?utm_source=slidesgo_template&amp;utm_medium=referral-link&amp;utm_campaign=promo-slide&amp;utm_term=slidesgo&amp;utm_content=storyset" TargetMode="External"/><Relationship Id="rId7" Type="http://schemas.openxmlformats.org/officeDocument/2006/relationships/slide" Target="/ppt/slides/slide20.xml"/><Relationship Id="rId8" Type="http://schemas.openxmlformats.org/officeDocument/2006/relationships/slide" Target="/ppt/slides/slide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 Id="rId3" Type="http://schemas.openxmlformats.org/officeDocument/2006/relationships/image" Target="../media/image1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12.png"/><Relationship Id="rId4" Type="http://schemas.openxmlformats.org/officeDocument/2006/relationships/image" Target="../media/image1.png"/><Relationship Id="rId5" Type="http://schemas.openxmlformats.org/officeDocument/2006/relationships/image" Target="../media/image13.png"/><Relationship Id="rId6" Type="http://schemas.openxmlformats.org/officeDocument/2006/relationships/image" Target="../media/image2.png"/><Relationship Id="rId7" Type="http://schemas.openxmlformats.org/officeDocument/2006/relationships/image" Target="../media/image1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0.jpg"/><Relationship Id="rId4" Type="http://schemas.openxmlformats.org/officeDocument/2006/relationships/image" Target="../media/image6.png"/><Relationship Id="rId5" Type="http://schemas.openxmlformats.org/officeDocument/2006/relationships/image" Target="../media/image14.png"/><Relationship Id="rId6" Type="http://schemas.openxmlformats.org/officeDocument/2006/relationships/image" Target="../media/image10.png"/><Relationship Id="rId7"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PMMJos1xa7em327t3ZdipuLpE3kE5ePoTXWrg7YdtQ/copy" TargetMode="External"/><Relationship Id="rId5" Type="http://schemas.openxmlformats.org/officeDocument/2006/relationships/image" Target="../media/image2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11.png"/><Relationship Id="rId4" Type="http://schemas.openxmlformats.org/officeDocument/2006/relationships/image" Target="../media/image12.png"/><Relationship Id="rId5" Type="http://schemas.openxmlformats.org/officeDocument/2006/relationships/image" Target="../media/image1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22.png"/><Relationship Id="rId4" Type="http://schemas.openxmlformats.org/officeDocument/2006/relationships/image" Target="../media/image2.png"/><Relationship Id="rId5" Type="http://schemas.openxmlformats.org/officeDocument/2006/relationships/image" Target="../media/image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png"/><Relationship Id="rId4" Type="http://schemas.openxmlformats.org/officeDocument/2006/relationships/image" Target="../media/image6.png"/><Relationship Id="rId5" Type="http://schemas.openxmlformats.org/officeDocument/2006/relationships/image" Target="../media/image1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hyperlink" Target="https://www.freepik.com/free-psd/flat-design-baby-shower-landing-page-template_138535863.htm/?utm_source=slidesgo_template&amp;utm_medium=referral-link&amp;utm_campaign=sg_resources&amp;utm_content=freepik" TargetMode="External"/><Relationship Id="rId4" Type="http://schemas.openxmlformats.org/officeDocument/2006/relationships/image" Target="../media/image27.png"/><Relationship Id="rId5" Type="http://schemas.openxmlformats.org/officeDocument/2006/relationships/image" Target="../media/image17.png"/><Relationship Id="rId6" Type="http://schemas.openxmlformats.org/officeDocument/2006/relationships/image" Target="../media/image25.png"/><Relationship Id="rId7" Type="http://schemas.openxmlformats.org/officeDocument/2006/relationships/image" Target="../media/image18.png"/></Relationships>
</file>

<file path=ppt/slides/_rels/slide22.xml.rels><?xml version="1.0" encoding="UTF-8" standalone="yes"?><Relationships xmlns="http://schemas.openxmlformats.org/package/2006/relationships"><Relationship Id="rId11" Type="http://schemas.openxmlformats.org/officeDocument/2006/relationships/image" Target="../media/image3.png"/><Relationship Id="rId10" Type="http://schemas.openxmlformats.org/officeDocument/2006/relationships/image" Target="../media/image1.png"/><Relationship Id="rId12" Type="http://schemas.openxmlformats.org/officeDocument/2006/relationships/image" Target="../media/image10.png"/><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psd/flat-design-baby-shower-landing-page-template_138535863.htm/?utm_source=slidesgo_template&amp;utm_medium=referral-link&amp;utm_campaign=sg_resources&amp;utm_content=freepik" TargetMode="External"/><Relationship Id="rId4" Type="http://schemas.openxmlformats.org/officeDocument/2006/relationships/hyperlink" Target="https://www.freepik.com/free-psd/flat-design-baby-shower-instagram-posts_138535424.htm/?utm_source=slidesgo_template&amp;utm_medium=referral-link&amp;utm_campaign=sg_resources&amp;utm_content=freepik" TargetMode="External"/><Relationship Id="rId9" Type="http://schemas.openxmlformats.org/officeDocument/2006/relationships/image" Target="../media/image6.png"/><Relationship Id="rId5" Type="http://schemas.openxmlformats.org/officeDocument/2006/relationships/hyperlink" Target="https://www.freepik.com/free-psd/flat-design-baby-shower-poster-template_138535776.htm/?utm_source=slidesgo_template&amp;utm_medium=referral-link&amp;utm_campaign=sg_resources&amp;utm_content=freepik" TargetMode="External"/><Relationship Id="rId6" Type="http://schemas.openxmlformats.org/officeDocument/2006/relationships/hyperlink" Target="https://www.freepik.com/free-psd/flat-design-baby-shower-facebook-template_138535838.htm/?utm_source=slidesgo_template&amp;utm_medium=referral-link&amp;utm_campaign=sg_resources&amp;utm_content=freepik" TargetMode="External"/><Relationship Id="rId7" Type="http://schemas.openxmlformats.org/officeDocument/2006/relationships/hyperlink" Target="https://www.freepik.com/free-photo/medium-shot-kids-coloring-table_25598698.htm/?utm_source=slidesgo_template&amp;utm_medium=referral-link&amp;utm_campaign=sg_resources&amp;utm_content=freepik" TargetMode="External"/><Relationship Id="rId8" Type="http://schemas.openxmlformats.org/officeDocument/2006/relationships/hyperlink" Target="https://www.freepik.com/free-photo/full-shot-kids-sitting-together-table_2512876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Londrina+Solid" TargetMode="External"/><Relationship Id="rId4" Type="http://schemas.openxmlformats.org/officeDocument/2006/relationships/hyperlink" Target="https://fonts.google.com/specimen/Jost"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21.png"/><Relationship Id="rId14" Type="http://schemas.openxmlformats.org/officeDocument/2006/relationships/image" Target="../media/image24.png"/><Relationship Id="rId17" Type="http://schemas.openxmlformats.org/officeDocument/2006/relationships/image" Target="../media/image23.png"/><Relationship Id="rId16" Type="http://schemas.openxmlformats.org/officeDocument/2006/relationships/image" Target="../media/image20.png"/><Relationship Id="rId5" Type="http://schemas.openxmlformats.org/officeDocument/2006/relationships/image" Target="../media/image1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 name="Shape 231"/>
        <p:cNvGrpSpPr/>
        <p:nvPr/>
      </p:nvGrpSpPr>
      <p:grpSpPr>
        <a:xfrm>
          <a:off x="0" y="0"/>
          <a:ext cx="0" cy="0"/>
          <a:chOff x="0" y="0"/>
          <a:chExt cx="0" cy="0"/>
        </a:xfrm>
      </p:grpSpPr>
      <p:sp>
        <p:nvSpPr>
          <p:cNvPr id="232" name="Google Shape;232;p28"/>
          <p:cNvSpPr txBox="1"/>
          <p:nvPr>
            <p:ph idx="1" type="subTitle"/>
          </p:nvPr>
        </p:nvSpPr>
        <p:spPr>
          <a:xfrm>
            <a:off x="1567650" y="3209775"/>
            <a:ext cx="600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233" name="Google Shape;233;p28"/>
          <p:cNvSpPr txBox="1"/>
          <p:nvPr>
            <p:ph type="ctrTitle"/>
          </p:nvPr>
        </p:nvSpPr>
        <p:spPr>
          <a:xfrm>
            <a:off x="1567650" y="1457425"/>
            <a:ext cx="6008700" cy="141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Londrina Solid"/>
                <a:ea typeface="Londrina Solid"/>
                <a:cs typeface="Londrina Solid"/>
                <a:sym typeface="Londrina Solid"/>
              </a:rPr>
              <a:t>Kindergarten </a:t>
            </a:r>
            <a:r>
              <a:rPr b="0" lang="en"/>
              <a:t>Day</a:t>
            </a:r>
            <a:endParaRPr b="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 name="Shape 237"/>
        <p:cNvGrpSpPr/>
        <p:nvPr/>
      </p:nvGrpSpPr>
      <p:grpSpPr>
        <a:xfrm>
          <a:off x="0" y="0"/>
          <a:ext cx="0" cy="0"/>
          <a:chOff x="0" y="0"/>
          <a:chExt cx="0" cy="0"/>
        </a:xfrm>
      </p:grpSpPr>
      <p:sp>
        <p:nvSpPr>
          <p:cNvPr id="238" name="Google Shape;238;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39" name="Google Shape;239;p29"/>
          <p:cNvSpPr txBox="1"/>
          <p:nvPr>
            <p:ph idx="1" type="body"/>
          </p:nvPr>
        </p:nvSpPr>
        <p:spPr>
          <a:xfrm>
            <a:off x="720000" y="1152475"/>
            <a:ext cx="77040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240" name="Google Shape;240;p29"/>
          <p:cNvGraphicFramePr/>
          <p:nvPr/>
        </p:nvGraphicFramePr>
        <p:xfrm>
          <a:off x="720000" y="1614825"/>
          <a:ext cx="3000000" cy="3000000"/>
        </p:xfrm>
        <a:graphic>
          <a:graphicData uri="http://schemas.openxmlformats.org/drawingml/2006/table">
            <a:tbl>
              <a:tblPr>
                <a:noFill/>
                <a:tableStyleId>{51DCECAC-BBD8-4075-81FF-4BA1F07F7B94}</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lt1"/>
                          </a:solidFill>
                          <a:latin typeface="Jost"/>
                          <a:ea typeface="Jost"/>
                          <a:cs typeface="Jost"/>
                          <a:sym typeface="Jost"/>
                          <a:hlinkClick action="ppaction://hlinksldjump" r:id="rId3">
                            <a:extLst>
                              <a:ext uri="{A12FA001-AC4F-418D-AE19-62706E023703}">
                                <ahyp:hlinkClr val="tx"/>
                              </a:ext>
                            </a:extLst>
                          </a:hlinkClick>
                        </a:rPr>
                        <a:t>Fonts</a:t>
                      </a:r>
                      <a:endParaRPr b="1" sz="1000" u="sng">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Jost"/>
                          <a:ea typeface="Jost"/>
                          <a:cs typeface="Jost"/>
                          <a:sym typeface="Jost"/>
                        </a:rPr>
                        <a:t>To view this template correctly in PowerPoint, download and install the fonts we used</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Jost"/>
                          <a:ea typeface="Jost"/>
                          <a:cs typeface="Jost"/>
                          <a:sym typeface="Jost"/>
                          <a:hlinkClick action="ppaction://hlinksldjump" r:id="rId4">
                            <a:extLst>
                              <a:ext uri="{A12FA001-AC4F-418D-AE19-62706E023703}">
                                <ahyp:hlinkClr val="tx"/>
                              </a:ext>
                            </a:extLst>
                          </a:hlinkClick>
                        </a:rPr>
                        <a:t>Used</a:t>
                      </a:r>
                      <a:r>
                        <a:rPr b="1" lang="en" sz="1000">
                          <a:solidFill>
                            <a:schemeClr val="lt1"/>
                          </a:solidFill>
                          <a:latin typeface="Jost"/>
                          <a:ea typeface="Jost"/>
                          <a:cs typeface="Jost"/>
                          <a:sym typeface="Jost"/>
                        </a:rPr>
                        <a:t> and </a:t>
                      </a:r>
                      <a:r>
                        <a:rPr b="1" lang="en" sz="1000" u="sng">
                          <a:solidFill>
                            <a:schemeClr val="lt1"/>
                          </a:solidFill>
                          <a:latin typeface="Jost"/>
                          <a:ea typeface="Jost"/>
                          <a:cs typeface="Jost"/>
                          <a:sym typeface="Jost"/>
                          <a:hlinkClick action="ppaction://hlinksldjump" r:id="rId5">
                            <a:extLst>
                              <a:ext uri="{A12FA001-AC4F-418D-AE19-62706E023703}">
                                <ahyp:hlinkClr val="tx"/>
                              </a:ext>
                            </a:extLst>
                          </a:hlinkClick>
                        </a:rPr>
                        <a:t>alternative</a:t>
                      </a:r>
                      <a:r>
                        <a:rPr b="1" lang="en" sz="1000" u="sng">
                          <a:solidFill>
                            <a:schemeClr val="lt1"/>
                          </a:solidFill>
                          <a:latin typeface="Jost"/>
                          <a:ea typeface="Jost"/>
                          <a:cs typeface="Jost"/>
                          <a:sym typeface="Jost"/>
                          <a:hlinkClick action="ppaction://hlinksldjump" r:id="rId6">
                            <a:extLst>
                              <a:ext uri="{A12FA001-AC4F-418D-AE19-62706E023703}">
                                <ahyp:hlinkClr val="tx"/>
                              </a:ext>
                            </a:extLst>
                          </a:hlinkClick>
                        </a:rPr>
                        <a:t> resources</a:t>
                      </a:r>
                      <a:endParaRPr b="1" sz="1000" u="sng">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lt1"/>
                          </a:solidFill>
                          <a:latin typeface="Jost"/>
                          <a:ea typeface="Jost"/>
                          <a:cs typeface="Jost"/>
                          <a:sym typeface="Jost"/>
                        </a:rPr>
                        <a:t>An assortment of graphic resources that are suitable for use in this presentation</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Jost"/>
                          <a:ea typeface="Jost"/>
                          <a:cs typeface="Jost"/>
                          <a:sym typeface="Jost"/>
                          <a:hlinkClick action="ppaction://hlinksldjump" r:id="rId7"/>
                        </a:rPr>
                        <a:t>Thanks</a:t>
                      </a:r>
                      <a:r>
                        <a:rPr b="1" lang="en" sz="1000" u="sng">
                          <a:solidFill>
                            <a:schemeClr val="hlink"/>
                          </a:solidFill>
                          <a:latin typeface="Jost"/>
                          <a:ea typeface="Jost"/>
                          <a:cs typeface="Jost"/>
                          <a:sym typeface="Jost"/>
                          <a:hlinkClick action="ppaction://hlinksldjump" r:id="rId8"/>
                        </a:rPr>
                        <a:t> slide</a:t>
                      </a:r>
                      <a:endParaRPr b="1" sz="1000" u="sng">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Jost"/>
                          <a:ea typeface="Jost"/>
                          <a:cs typeface="Jost"/>
                          <a:sym typeface="Jost"/>
                        </a:rPr>
                        <a:t>You must keep it so that proper credits for our design are given</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Jost"/>
                          <a:ea typeface="Jost"/>
                          <a:cs typeface="Jost"/>
                          <a:sym typeface="Jost"/>
                          <a:hlinkClick action="ppaction://hlinksldjump" r:id="rId9">
                            <a:extLst>
                              <a:ext uri="{A12FA001-AC4F-418D-AE19-62706E023703}">
                                <ahyp:hlinkClr val="tx"/>
                              </a:ext>
                            </a:extLst>
                          </a:hlinkClick>
                        </a:rPr>
                        <a:t>Colors</a:t>
                      </a:r>
                      <a:endParaRPr b="1" sz="1000" u="sng">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Jost"/>
                          <a:ea typeface="Jost"/>
                          <a:cs typeface="Jost"/>
                          <a:sym typeface="Jost"/>
                        </a:rPr>
                        <a:t>All the colors used in this presentation</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Jost"/>
                          <a:ea typeface="Jost"/>
                          <a:cs typeface="Jost"/>
                          <a:sym typeface="Jost"/>
                          <a:hlinkClick action="ppaction://hlinksldjump" r:id="rId10">
                            <a:extLst>
                              <a:ext uri="{A12FA001-AC4F-418D-AE19-62706E023703}">
                                <ahyp:hlinkClr val="tx"/>
                              </a:ext>
                            </a:extLst>
                          </a:hlinkClick>
                        </a:rPr>
                        <a:t>Icons</a:t>
                      </a:r>
                      <a:r>
                        <a:rPr b="1" lang="en" sz="1000">
                          <a:solidFill>
                            <a:schemeClr val="lt1"/>
                          </a:solidFill>
                          <a:latin typeface="Jost"/>
                          <a:ea typeface="Jost"/>
                          <a:cs typeface="Jost"/>
                          <a:sym typeface="Jost"/>
                        </a:rPr>
                        <a:t> and </a:t>
                      </a:r>
                      <a:r>
                        <a:rPr b="1" lang="en" sz="1000" u="sng">
                          <a:solidFill>
                            <a:schemeClr val="lt1"/>
                          </a:solidFill>
                          <a:latin typeface="Jost"/>
                          <a:ea typeface="Jost"/>
                          <a:cs typeface="Jost"/>
                          <a:sym typeface="Jost"/>
                          <a:hlinkClick action="ppaction://hlinksldjump" r:id="rId11">
                            <a:extLst>
                              <a:ext uri="{A12FA001-AC4F-418D-AE19-62706E023703}">
                                <ahyp:hlinkClr val="tx"/>
                              </a:ext>
                            </a:extLst>
                          </a:hlinkClick>
                        </a:rPr>
                        <a:t>infographic resources</a:t>
                      </a:r>
                      <a:endParaRPr b="1" sz="1000" u="sng">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Jost"/>
                          <a:ea typeface="Jost"/>
                          <a:cs typeface="Jost"/>
                          <a:sym typeface="Jost"/>
                        </a:rPr>
                        <a:t>These can be used in the template, and their size and color can be edited</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lt1"/>
                          </a:solidFill>
                          <a:latin typeface="Jost"/>
                          <a:ea typeface="Jost"/>
                          <a:cs typeface="Jost"/>
                          <a:sym typeface="Jost"/>
                        </a:rPr>
                        <a:t>Editable presentation theme </a:t>
                      </a:r>
                      <a:endParaRPr b="1"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Jost"/>
                          <a:ea typeface="Jost"/>
                          <a:cs typeface="Jost"/>
                          <a:sym typeface="Jost"/>
                        </a:rPr>
                        <a:t>You can edit the master slides easily. For more info, click </a:t>
                      </a:r>
                      <a:r>
                        <a:rPr b="1" lang="en" sz="1000" u="sng">
                          <a:solidFill>
                            <a:schemeClr val="lt1"/>
                          </a:solidFill>
                          <a:latin typeface="Jost"/>
                          <a:ea typeface="Jost"/>
                          <a:cs typeface="Jost"/>
                          <a:sym typeface="Jost"/>
                          <a:hlinkClick r:id="rId12">
                            <a:extLst>
                              <a:ext uri="{A12FA001-AC4F-418D-AE19-62706E023703}">
                                <ahyp:hlinkClr val="tx"/>
                              </a:ext>
                            </a:extLst>
                          </a:hlinkClick>
                        </a:rPr>
                        <a:t>here</a:t>
                      </a:r>
                      <a:endParaRPr sz="1000">
                        <a:solidFill>
                          <a:schemeClr val="lt1"/>
                        </a:solidFill>
                        <a:latin typeface="Jost"/>
                        <a:ea typeface="Jost"/>
                        <a:cs typeface="Jost"/>
                        <a:sym typeface="Jost"/>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241" name="Google Shape;241;p29"/>
          <p:cNvSpPr txBox="1"/>
          <p:nvPr/>
        </p:nvSpPr>
        <p:spPr>
          <a:xfrm>
            <a:off x="1650127" y="4142300"/>
            <a:ext cx="1946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lt1"/>
                </a:solidFill>
                <a:latin typeface="Jost"/>
                <a:ea typeface="Jost"/>
                <a:cs typeface="Jost"/>
                <a:sym typeface="Jost"/>
              </a:rPr>
              <a:t>For more info:</a:t>
            </a:r>
            <a:br>
              <a:rPr b="1" lang="en" sz="1000">
                <a:solidFill>
                  <a:schemeClr val="lt1"/>
                </a:solidFill>
                <a:latin typeface="Jost"/>
                <a:ea typeface="Jost"/>
                <a:cs typeface="Jost"/>
                <a:sym typeface="Jost"/>
              </a:rPr>
            </a:br>
            <a:r>
              <a:rPr b="1" lang="en" sz="1000" u="sng">
                <a:solidFill>
                  <a:schemeClr val="lt1"/>
                </a:solidFill>
                <a:latin typeface="Jost"/>
                <a:ea typeface="Jost"/>
                <a:cs typeface="Jost"/>
                <a:sym typeface="Jost"/>
                <a:hlinkClick r:id="rId13">
                  <a:extLst>
                    <a:ext uri="{A12FA001-AC4F-418D-AE19-62706E023703}">
                      <ahyp:hlinkClr val="tx"/>
                    </a:ext>
                  </a:extLst>
                </a:hlinkClick>
              </a:rPr>
              <a:t>SLIDESGO</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14">
                  <a:extLst>
                    <a:ext uri="{A12FA001-AC4F-418D-AE19-62706E023703}">
                      <ahyp:hlinkClr val="tx"/>
                    </a:ext>
                  </a:extLst>
                </a:hlinkClick>
              </a:rPr>
              <a:t>BLOG</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15">
                  <a:extLst>
                    <a:ext uri="{A12FA001-AC4F-418D-AE19-62706E023703}">
                      <ahyp:hlinkClr val="tx"/>
                    </a:ext>
                  </a:extLst>
                </a:hlinkClick>
              </a:rPr>
              <a:t>FAQs</a:t>
            </a:r>
            <a:endParaRPr b="1" sz="1000" u="sng">
              <a:solidFill>
                <a:schemeClr val="lt1"/>
              </a:solidFill>
              <a:latin typeface="Jost"/>
              <a:ea typeface="Jost"/>
              <a:cs typeface="Jost"/>
              <a:sym typeface="Jost"/>
            </a:endParaRPr>
          </a:p>
        </p:txBody>
      </p:sp>
      <p:sp>
        <p:nvSpPr>
          <p:cNvPr id="242" name="Google Shape;242;p29"/>
          <p:cNvSpPr txBox="1"/>
          <p:nvPr/>
        </p:nvSpPr>
        <p:spPr>
          <a:xfrm>
            <a:off x="4493875" y="4142300"/>
            <a:ext cx="3602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lt1"/>
                </a:solidFill>
                <a:latin typeface="Jost"/>
                <a:ea typeface="Jost"/>
                <a:cs typeface="Jost"/>
                <a:sym typeface="Jost"/>
              </a:rPr>
              <a:t>You can visit our sister </a:t>
            </a:r>
            <a:r>
              <a:rPr b="1" lang="en" sz="1000">
                <a:solidFill>
                  <a:schemeClr val="lt1"/>
                </a:solidFill>
                <a:latin typeface="Jost"/>
                <a:ea typeface="Jost"/>
                <a:cs typeface="Jost"/>
                <a:sym typeface="Jost"/>
              </a:rPr>
              <a:t>projects</a:t>
            </a:r>
            <a:r>
              <a:rPr b="1" lang="en" sz="1000">
                <a:solidFill>
                  <a:schemeClr val="lt1"/>
                </a:solidFill>
                <a:latin typeface="Jost"/>
                <a:ea typeface="Jost"/>
                <a:cs typeface="Jost"/>
                <a:sym typeface="Jost"/>
              </a:rPr>
              <a:t>:</a:t>
            </a:r>
            <a:br>
              <a:rPr b="1" lang="en" sz="1000">
                <a:solidFill>
                  <a:schemeClr val="lt1"/>
                </a:solidFill>
                <a:latin typeface="Jost"/>
                <a:ea typeface="Jost"/>
                <a:cs typeface="Jost"/>
                <a:sym typeface="Jost"/>
              </a:rPr>
            </a:br>
            <a:r>
              <a:rPr b="1" lang="en" sz="1000" u="sng">
                <a:solidFill>
                  <a:schemeClr val="lt1"/>
                </a:solidFill>
                <a:latin typeface="Jost"/>
                <a:ea typeface="Jost"/>
                <a:cs typeface="Jost"/>
                <a:sym typeface="Jost"/>
                <a:hlinkClick r:id="rId16">
                  <a:extLst>
                    <a:ext uri="{A12FA001-AC4F-418D-AE19-62706E023703}">
                      <ahyp:hlinkClr val="tx"/>
                    </a:ext>
                  </a:extLst>
                </a:hlinkClick>
              </a:rPr>
              <a:t>FREEPIK</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17">
                  <a:extLst>
                    <a:ext uri="{A12FA001-AC4F-418D-AE19-62706E023703}">
                      <ahyp:hlinkClr val="tx"/>
                    </a:ext>
                  </a:extLst>
                </a:hlinkClick>
              </a:rPr>
              <a:t>FLATICON</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18">
                  <a:extLst>
                    <a:ext uri="{A12FA001-AC4F-418D-AE19-62706E023703}">
                      <ahyp:hlinkClr val="tx"/>
                    </a:ext>
                  </a:extLst>
                </a:hlinkClick>
              </a:rPr>
              <a:t>STORYSET</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19">
                  <a:extLst>
                    <a:ext uri="{A12FA001-AC4F-418D-AE19-62706E023703}">
                      <ahyp:hlinkClr val="tx"/>
                    </a:ext>
                  </a:extLst>
                </a:hlinkClick>
              </a:rPr>
              <a:t>WEPIK</a:t>
            </a:r>
            <a:r>
              <a:rPr b="1" lang="en" sz="1000">
                <a:solidFill>
                  <a:schemeClr val="lt1"/>
                </a:solidFill>
                <a:latin typeface="Jost"/>
                <a:ea typeface="Jost"/>
                <a:cs typeface="Jost"/>
                <a:sym typeface="Jost"/>
              </a:rPr>
              <a:t> | </a:t>
            </a:r>
            <a:r>
              <a:rPr b="1" lang="en" sz="1000" u="sng">
                <a:solidFill>
                  <a:schemeClr val="lt1"/>
                </a:solidFill>
                <a:latin typeface="Jost"/>
                <a:ea typeface="Jost"/>
                <a:cs typeface="Jost"/>
                <a:sym typeface="Jost"/>
                <a:hlinkClick r:id="rId20">
                  <a:extLst>
                    <a:ext uri="{A12FA001-AC4F-418D-AE19-62706E023703}">
                      <ahyp:hlinkClr val="tx"/>
                    </a:ext>
                  </a:extLst>
                </a:hlinkClick>
              </a:rPr>
              <a:t>VIDEVO</a:t>
            </a:r>
            <a:endParaRPr b="1" sz="1000">
              <a:solidFill>
                <a:schemeClr val="lt1"/>
              </a:solidFill>
              <a:latin typeface="Jost"/>
              <a:ea typeface="Jost"/>
              <a:cs typeface="Jost"/>
              <a:sym typeface="Jos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 name="Shape 246"/>
        <p:cNvGrpSpPr/>
        <p:nvPr/>
      </p:nvGrpSpPr>
      <p:grpSpPr>
        <a:xfrm>
          <a:off x="0" y="0"/>
          <a:ext cx="0" cy="0"/>
          <a:chOff x="0" y="0"/>
          <a:chExt cx="0" cy="0"/>
        </a:xfrm>
      </p:grpSpPr>
      <p:sp>
        <p:nvSpPr>
          <p:cNvPr id="247" name="Google Shape;247;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b="0"/>
          </a:p>
        </p:txBody>
      </p:sp>
      <p:sp>
        <p:nvSpPr>
          <p:cNvPr id="248" name="Google Shape;248;p30"/>
          <p:cNvSpPr txBox="1"/>
          <p:nvPr>
            <p:ph idx="1" type="subTitle"/>
          </p:nvPr>
        </p:nvSpPr>
        <p:spPr>
          <a:xfrm>
            <a:off x="1723336" y="2201674"/>
            <a:ext cx="246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49" name="Google Shape;249;p30"/>
          <p:cNvSpPr txBox="1"/>
          <p:nvPr>
            <p:ph idx="2" type="subTitle"/>
          </p:nvPr>
        </p:nvSpPr>
        <p:spPr>
          <a:xfrm>
            <a:off x="4954763" y="2200625"/>
            <a:ext cx="246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50" name="Google Shape;250;p30"/>
          <p:cNvSpPr txBox="1"/>
          <p:nvPr>
            <p:ph idx="3" type="subTitle"/>
          </p:nvPr>
        </p:nvSpPr>
        <p:spPr>
          <a:xfrm>
            <a:off x="1723336" y="4024125"/>
            <a:ext cx="246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51" name="Google Shape;251;p30"/>
          <p:cNvSpPr txBox="1"/>
          <p:nvPr>
            <p:ph idx="4" type="subTitle"/>
          </p:nvPr>
        </p:nvSpPr>
        <p:spPr>
          <a:xfrm>
            <a:off x="4954763" y="4023075"/>
            <a:ext cx="246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52" name="Google Shape;252;p30"/>
          <p:cNvSpPr txBox="1"/>
          <p:nvPr>
            <p:ph idx="5" type="title"/>
          </p:nvPr>
        </p:nvSpPr>
        <p:spPr>
          <a:xfrm>
            <a:off x="2589537" y="1158949"/>
            <a:ext cx="733500" cy="73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53" name="Google Shape;253;p30"/>
          <p:cNvSpPr txBox="1"/>
          <p:nvPr>
            <p:ph idx="6" type="title"/>
          </p:nvPr>
        </p:nvSpPr>
        <p:spPr>
          <a:xfrm>
            <a:off x="2590685" y="2982323"/>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4" name="Google Shape;254;p30"/>
          <p:cNvSpPr txBox="1"/>
          <p:nvPr>
            <p:ph idx="7" type="title"/>
          </p:nvPr>
        </p:nvSpPr>
        <p:spPr>
          <a:xfrm>
            <a:off x="5822063" y="1158942"/>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5" name="Google Shape;255;p30"/>
          <p:cNvSpPr txBox="1"/>
          <p:nvPr>
            <p:ph idx="8" type="title"/>
          </p:nvPr>
        </p:nvSpPr>
        <p:spPr>
          <a:xfrm>
            <a:off x="5822063" y="2981275"/>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56" name="Google Shape;256;p30"/>
          <p:cNvSpPr txBox="1"/>
          <p:nvPr>
            <p:ph idx="9" type="subTitle"/>
          </p:nvPr>
        </p:nvSpPr>
        <p:spPr>
          <a:xfrm>
            <a:off x="1723238" y="1944725"/>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Roots</a:t>
            </a:r>
            <a:endParaRPr/>
          </a:p>
        </p:txBody>
      </p:sp>
      <p:sp>
        <p:nvSpPr>
          <p:cNvPr id="257" name="Google Shape;257;p30"/>
          <p:cNvSpPr txBox="1"/>
          <p:nvPr>
            <p:ph idx="13" type="subTitle"/>
          </p:nvPr>
        </p:nvSpPr>
        <p:spPr>
          <a:xfrm>
            <a:off x="1723238" y="3767302"/>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Nurture</a:t>
            </a:r>
            <a:endParaRPr/>
          </a:p>
        </p:txBody>
      </p:sp>
      <p:sp>
        <p:nvSpPr>
          <p:cNvPr id="258" name="Google Shape;258;p30"/>
          <p:cNvSpPr txBox="1"/>
          <p:nvPr>
            <p:ph idx="14" type="subTitle"/>
          </p:nvPr>
        </p:nvSpPr>
        <p:spPr>
          <a:xfrm>
            <a:off x="4954763" y="1943675"/>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Impact</a:t>
            </a:r>
            <a:endParaRPr/>
          </a:p>
        </p:txBody>
      </p:sp>
      <p:sp>
        <p:nvSpPr>
          <p:cNvPr id="259" name="Google Shape;259;p30"/>
          <p:cNvSpPr txBox="1"/>
          <p:nvPr>
            <p:ph idx="15" type="subTitle"/>
          </p:nvPr>
        </p:nvSpPr>
        <p:spPr>
          <a:xfrm>
            <a:off x="4954763" y="3766251"/>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Engage</a:t>
            </a:r>
            <a:endParaRPr/>
          </a:p>
        </p:txBody>
      </p:sp>
      <p:pic>
        <p:nvPicPr>
          <p:cNvPr id="260" name="Google Shape;260;p30"/>
          <p:cNvPicPr preferRelativeResize="0"/>
          <p:nvPr/>
        </p:nvPicPr>
        <p:blipFill>
          <a:blip r:embed="rId3">
            <a:alphaModFix/>
          </a:blip>
          <a:stretch>
            <a:fillRect/>
          </a:stretch>
        </p:blipFill>
        <p:spPr>
          <a:xfrm>
            <a:off x="-1850575" y="2962763"/>
            <a:ext cx="3131900" cy="2180725"/>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 name="Shape 264"/>
        <p:cNvGrpSpPr/>
        <p:nvPr/>
      </p:nvGrpSpPr>
      <p:grpSpPr>
        <a:xfrm>
          <a:off x="0" y="0"/>
          <a:ext cx="0" cy="0"/>
          <a:chOff x="0" y="0"/>
          <a:chExt cx="0" cy="0"/>
        </a:xfrm>
      </p:grpSpPr>
      <p:sp>
        <p:nvSpPr>
          <p:cNvPr id="265" name="Google Shape;265;p31"/>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266" name="Google Shape;266;p31"/>
          <p:cNvSpPr txBox="1"/>
          <p:nvPr>
            <p:ph type="title"/>
          </p:nvPr>
        </p:nvSpPr>
        <p:spPr>
          <a:xfrm>
            <a:off x="720000" y="445025"/>
            <a:ext cx="7704000" cy="572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67" name="Google Shape;267;p31"/>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 name="Shape 271"/>
        <p:cNvGrpSpPr/>
        <p:nvPr/>
      </p:nvGrpSpPr>
      <p:grpSpPr>
        <a:xfrm>
          <a:off x="0" y="0"/>
          <a:ext cx="0" cy="0"/>
          <a:chOff x="0" y="0"/>
          <a:chExt cx="0" cy="0"/>
        </a:xfrm>
      </p:grpSpPr>
      <p:sp>
        <p:nvSpPr>
          <p:cNvPr id="272" name="Google Shape;272;p32"/>
          <p:cNvSpPr txBox="1"/>
          <p:nvPr>
            <p:ph idx="1" type="subTitle"/>
          </p:nvPr>
        </p:nvSpPr>
        <p:spPr>
          <a:xfrm>
            <a:off x="1673100" y="3230563"/>
            <a:ext cx="57978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73" name="Google Shape;273;p32"/>
          <p:cNvSpPr txBox="1"/>
          <p:nvPr>
            <p:ph type="title"/>
          </p:nvPr>
        </p:nvSpPr>
        <p:spPr>
          <a:xfrm>
            <a:off x="1673100" y="2331763"/>
            <a:ext cx="57978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a:p>
          <a:p>
            <a:pPr indent="0" lvl="0" marL="0" rtl="0" algn="ctr">
              <a:spcBef>
                <a:spcPts val="0"/>
              </a:spcBef>
              <a:spcAft>
                <a:spcPts val="0"/>
              </a:spcAft>
              <a:buNone/>
            </a:pPr>
            <a:r>
              <a:rPr lang="en"/>
              <a:t>Roots</a:t>
            </a:r>
            <a:endParaRPr/>
          </a:p>
        </p:txBody>
      </p:sp>
      <p:sp>
        <p:nvSpPr>
          <p:cNvPr id="274" name="Google Shape;274;p32"/>
          <p:cNvSpPr txBox="1"/>
          <p:nvPr>
            <p:ph idx="2" type="title"/>
          </p:nvPr>
        </p:nvSpPr>
        <p:spPr>
          <a:xfrm>
            <a:off x="3937800" y="1355680"/>
            <a:ext cx="1268400" cy="102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 name="Shape 278"/>
        <p:cNvGrpSpPr/>
        <p:nvPr/>
      </p:nvGrpSpPr>
      <p:grpSpPr>
        <a:xfrm>
          <a:off x="0" y="0"/>
          <a:ext cx="0" cy="0"/>
          <a:chOff x="0" y="0"/>
          <a:chExt cx="0" cy="0"/>
        </a:xfrm>
      </p:grpSpPr>
      <p:pic>
        <p:nvPicPr>
          <p:cNvPr id="279" name="Google Shape;279;p33"/>
          <p:cNvPicPr preferRelativeResize="0"/>
          <p:nvPr>
            <p:ph idx="2" type="pic"/>
          </p:nvPr>
        </p:nvPicPr>
        <p:blipFill rotWithShape="1">
          <a:blip r:embed="rId3">
            <a:alphaModFix/>
          </a:blip>
          <a:srcRect b="0" l="32330" r="610" t="0"/>
          <a:stretch/>
        </p:blipFill>
        <p:spPr>
          <a:xfrm>
            <a:off x="5270900" y="1308075"/>
            <a:ext cx="2902800" cy="2885100"/>
          </a:xfrm>
          <a:prstGeom prst="ellipse">
            <a:avLst/>
          </a:prstGeom>
        </p:spPr>
      </p:pic>
      <p:sp>
        <p:nvSpPr>
          <p:cNvPr id="280" name="Google Shape;280;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281" name="Google Shape;281;p33"/>
          <p:cNvSpPr txBox="1"/>
          <p:nvPr>
            <p:ph idx="1" type="body"/>
          </p:nvPr>
        </p:nvSpPr>
        <p:spPr>
          <a:xfrm>
            <a:off x="726450" y="1595925"/>
            <a:ext cx="4133700" cy="23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indent="-215900" lvl="0" marL="241300" rtl="0" algn="l">
              <a:spcBef>
                <a:spcPts val="1600"/>
              </a:spcBef>
              <a:spcAft>
                <a:spcPts val="0"/>
              </a:spcAft>
              <a:buSzPts val="1400"/>
              <a:buChar char="●"/>
            </a:pPr>
            <a:r>
              <a:rPr lang="en"/>
              <a:t>They’re simple </a:t>
            </a:r>
            <a:endParaRPr/>
          </a:p>
          <a:p>
            <a:pPr indent="-215900" lvl="0" marL="241300" rtl="0" algn="l">
              <a:spcBef>
                <a:spcPts val="0"/>
              </a:spcBef>
              <a:spcAft>
                <a:spcPts val="0"/>
              </a:spcAft>
              <a:buSzPts val="1400"/>
              <a:buChar char="●"/>
            </a:pPr>
            <a:r>
              <a:rPr lang="en"/>
              <a:t>You can organize your ideas clearly</a:t>
            </a:r>
            <a:endParaRPr/>
          </a:p>
          <a:p>
            <a:pPr indent="-215900" lvl="0" marL="241300" rtl="0" algn="l">
              <a:spcBef>
                <a:spcPts val="0"/>
              </a:spcBef>
              <a:spcAft>
                <a:spcPts val="0"/>
              </a:spcAft>
              <a:buSzPts val="1400"/>
              <a:buChar char="●"/>
            </a:pPr>
            <a:r>
              <a:rPr lang="en"/>
              <a:t>You’ll never forget to buy milk!</a:t>
            </a:r>
            <a:endParaRPr/>
          </a:p>
          <a:p>
            <a:pPr indent="0" lvl="0" marL="0" rtl="0" algn="l">
              <a:spcBef>
                <a:spcPts val="1600"/>
              </a:spcBef>
              <a:spcAft>
                <a:spcPts val="0"/>
              </a:spcAft>
              <a:buNone/>
            </a:pPr>
            <a:r>
              <a:rPr lang="en"/>
              <a:t>You can replace the image. Just right-click on it and select “Replace image”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 name="Shape 285"/>
        <p:cNvGrpSpPr/>
        <p:nvPr/>
      </p:nvGrpSpPr>
      <p:grpSpPr>
        <a:xfrm>
          <a:off x="0" y="0"/>
          <a:ext cx="0" cy="0"/>
          <a:chOff x="0" y="0"/>
          <a:chExt cx="0" cy="0"/>
        </a:xfrm>
      </p:grpSpPr>
      <p:sp>
        <p:nvSpPr>
          <p:cNvPr id="286" name="Google Shape;28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287" name="Google Shape;287;p34"/>
          <p:cNvSpPr txBox="1"/>
          <p:nvPr>
            <p:ph idx="3" type="subTitle"/>
          </p:nvPr>
        </p:nvSpPr>
        <p:spPr>
          <a:xfrm>
            <a:off x="1230125" y="2726126"/>
            <a:ext cx="3120600" cy="116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88" name="Google Shape;288;p34"/>
          <p:cNvSpPr txBox="1"/>
          <p:nvPr>
            <p:ph idx="4" type="subTitle"/>
          </p:nvPr>
        </p:nvSpPr>
        <p:spPr>
          <a:xfrm>
            <a:off x="4793275" y="2726126"/>
            <a:ext cx="3120600" cy="116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is the second-brightest natural object in the night sky</a:t>
            </a:r>
            <a:endParaRPr/>
          </a:p>
        </p:txBody>
      </p:sp>
      <p:sp>
        <p:nvSpPr>
          <p:cNvPr id="289" name="Google Shape;289;p34"/>
          <p:cNvSpPr txBox="1"/>
          <p:nvPr>
            <p:ph idx="1" type="subTitle"/>
          </p:nvPr>
        </p:nvSpPr>
        <p:spPr>
          <a:xfrm>
            <a:off x="1230125" y="2213325"/>
            <a:ext cx="3120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90" name="Google Shape;290;p34"/>
          <p:cNvSpPr txBox="1"/>
          <p:nvPr>
            <p:ph idx="2" type="subTitle"/>
          </p:nvPr>
        </p:nvSpPr>
        <p:spPr>
          <a:xfrm>
            <a:off x="4793275" y="2213325"/>
            <a:ext cx="3120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91" name="Google Shape;291;p34"/>
          <p:cNvSpPr/>
          <p:nvPr/>
        </p:nvSpPr>
        <p:spPr>
          <a:xfrm>
            <a:off x="6164377" y="1835483"/>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92" name="Google Shape;292;p34"/>
          <p:cNvSpPr/>
          <p:nvPr/>
        </p:nvSpPr>
        <p:spPr>
          <a:xfrm>
            <a:off x="2604009" y="18352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3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298" name="Google Shape;298;p35"/>
          <p:cNvSpPr txBox="1"/>
          <p:nvPr>
            <p:ph idx="1" type="subTitle"/>
          </p:nvPr>
        </p:nvSpPr>
        <p:spPr>
          <a:xfrm>
            <a:off x="1015250" y="2178875"/>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299" name="Google Shape;299;p35"/>
          <p:cNvSpPr txBox="1"/>
          <p:nvPr>
            <p:ph idx="2" type="subTitle"/>
          </p:nvPr>
        </p:nvSpPr>
        <p:spPr>
          <a:xfrm>
            <a:off x="3251100" y="3796051"/>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00" name="Google Shape;300;p35"/>
          <p:cNvSpPr txBox="1"/>
          <p:nvPr>
            <p:ph idx="3" type="subTitle"/>
          </p:nvPr>
        </p:nvSpPr>
        <p:spPr>
          <a:xfrm>
            <a:off x="5486950" y="2178875"/>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01" name="Google Shape;301;p35"/>
          <p:cNvSpPr txBox="1"/>
          <p:nvPr>
            <p:ph idx="4" type="subTitle"/>
          </p:nvPr>
        </p:nvSpPr>
        <p:spPr>
          <a:xfrm>
            <a:off x="1015250" y="1758325"/>
            <a:ext cx="2641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02" name="Google Shape;302;p35"/>
          <p:cNvSpPr txBox="1"/>
          <p:nvPr>
            <p:ph idx="5" type="subTitle"/>
          </p:nvPr>
        </p:nvSpPr>
        <p:spPr>
          <a:xfrm>
            <a:off x="5486950" y="1758325"/>
            <a:ext cx="2641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03" name="Google Shape;303;p35"/>
          <p:cNvSpPr txBox="1"/>
          <p:nvPr>
            <p:ph idx="6" type="subTitle"/>
          </p:nvPr>
        </p:nvSpPr>
        <p:spPr>
          <a:xfrm>
            <a:off x="3251100" y="3376425"/>
            <a:ext cx="2641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04" name="Google Shape;304;p35"/>
          <p:cNvSpPr/>
          <p:nvPr/>
        </p:nvSpPr>
        <p:spPr>
          <a:xfrm>
            <a:off x="2146023" y="144022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6618191" y="1384569"/>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 name="Google Shape;306;p35"/>
          <p:cNvGrpSpPr/>
          <p:nvPr/>
        </p:nvGrpSpPr>
        <p:grpSpPr>
          <a:xfrm>
            <a:off x="4384204" y="3002664"/>
            <a:ext cx="375591" cy="373766"/>
            <a:chOff x="-41695775" y="2683025"/>
            <a:chExt cx="319000" cy="317450"/>
          </a:xfrm>
        </p:grpSpPr>
        <p:sp>
          <p:nvSpPr>
            <p:cNvPr id="307" name="Google Shape;307;p3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 name="Shape 313"/>
        <p:cNvGrpSpPr/>
        <p:nvPr/>
      </p:nvGrpSpPr>
      <p:grpSpPr>
        <a:xfrm>
          <a:off x="0" y="0"/>
          <a:ext cx="0" cy="0"/>
          <a:chOff x="0" y="0"/>
          <a:chExt cx="0" cy="0"/>
        </a:xfrm>
      </p:grpSpPr>
      <p:sp>
        <p:nvSpPr>
          <p:cNvPr id="314" name="Google Shape;314;p36"/>
          <p:cNvSpPr txBox="1"/>
          <p:nvPr>
            <p:ph idx="3" type="subTitle"/>
          </p:nvPr>
        </p:nvSpPr>
        <p:spPr>
          <a:xfrm>
            <a:off x="709102" y="40246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315" name="Google Shape;315;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316" name="Google Shape;316;p36"/>
          <p:cNvSpPr txBox="1"/>
          <p:nvPr>
            <p:ph idx="1" type="subTitle"/>
          </p:nvPr>
        </p:nvSpPr>
        <p:spPr>
          <a:xfrm>
            <a:off x="709102" y="22864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317" name="Google Shape;317;p36"/>
          <p:cNvSpPr txBox="1"/>
          <p:nvPr>
            <p:ph idx="2" type="subTitle"/>
          </p:nvPr>
        </p:nvSpPr>
        <p:spPr>
          <a:xfrm>
            <a:off x="3381448" y="22864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18" name="Google Shape;318;p36"/>
          <p:cNvSpPr txBox="1"/>
          <p:nvPr>
            <p:ph idx="4" type="subTitle"/>
          </p:nvPr>
        </p:nvSpPr>
        <p:spPr>
          <a:xfrm>
            <a:off x="3381448" y="40246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319" name="Google Shape;319;p36"/>
          <p:cNvSpPr txBox="1"/>
          <p:nvPr>
            <p:ph idx="5" type="subTitle"/>
          </p:nvPr>
        </p:nvSpPr>
        <p:spPr>
          <a:xfrm>
            <a:off x="6053797" y="22864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20" name="Google Shape;320;p36"/>
          <p:cNvSpPr txBox="1"/>
          <p:nvPr>
            <p:ph idx="6" type="subTitle"/>
          </p:nvPr>
        </p:nvSpPr>
        <p:spPr>
          <a:xfrm>
            <a:off x="6053797" y="4024675"/>
            <a:ext cx="2381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21" name="Google Shape;321;p36"/>
          <p:cNvSpPr txBox="1"/>
          <p:nvPr>
            <p:ph idx="7" type="subTitle"/>
          </p:nvPr>
        </p:nvSpPr>
        <p:spPr>
          <a:xfrm>
            <a:off x="709102" y="1789925"/>
            <a:ext cx="2381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22" name="Google Shape;322;p36"/>
          <p:cNvSpPr txBox="1"/>
          <p:nvPr>
            <p:ph idx="8" type="subTitle"/>
          </p:nvPr>
        </p:nvSpPr>
        <p:spPr>
          <a:xfrm>
            <a:off x="3381448" y="1789925"/>
            <a:ext cx="2381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23" name="Google Shape;323;p36"/>
          <p:cNvSpPr txBox="1"/>
          <p:nvPr>
            <p:ph idx="9" type="subTitle"/>
          </p:nvPr>
        </p:nvSpPr>
        <p:spPr>
          <a:xfrm>
            <a:off x="6053797" y="1789925"/>
            <a:ext cx="2381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24" name="Google Shape;324;p36"/>
          <p:cNvSpPr txBox="1"/>
          <p:nvPr>
            <p:ph idx="13" type="subTitle"/>
          </p:nvPr>
        </p:nvSpPr>
        <p:spPr>
          <a:xfrm>
            <a:off x="709102" y="3580675"/>
            <a:ext cx="2381100" cy="52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25" name="Google Shape;325;p36"/>
          <p:cNvSpPr txBox="1"/>
          <p:nvPr>
            <p:ph idx="14" type="subTitle"/>
          </p:nvPr>
        </p:nvSpPr>
        <p:spPr>
          <a:xfrm>
            <a:off x="3381448" y="3580675"/>
            <a:ext cx="2381100" cy="52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26" name="Google Shape;326;p36"/>
          <p:cNvSpPr txBox="1"/>
          <p:nvPr>
            <p:ph idx="15" type="subTitle"/>
          </p:nvPr>
        </p:nvSpPr>
        <p:spPr>
          <a:xfrm>
            <a:off x="6053797" y="3580675"/>
            <a:ext cx="2381100" cy="52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27" name="Google Shape;327;p36"/>
          <p:cNvSpPr/>
          <p:nvPr/>
        </p:nvSpPr>
        <p:spPr>
          <a:xfrm>
            <a:off x="1711857" y="1381929"/>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6"/>
          <p:cNvSpPr/>
          <p:nvPr/>
        </p:nvSpPr>
        <p:spPr>
          <a:xfrm>
            <a:off x="4384188" y="1417189"/>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 name="Google Shape;329;p36"/>
          <p:cNvGrpSpPr/>
          <p:nvPr/>
        </p:nvGrpSpPr>
        <p:grpSpPr>
          <a:xfrm>
            <a:off x="1704439" y="3146966"/>
            <a:ext cx="390426" cy="369586"/>
            <a:chOff x="-39055650" y="2315975"/>
            <a:chExt cx="331600" cy="313900"/>
          </a:xfrm>
        </p:grpSpPr>
        <p:sp>
          <p:nvSpPr>
            <p:cNvPr id="330" name="Google Shape;330;p3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36"/>
          <p:cNvSpPr/>
          <p:nvPr/>
        </p:nvSpPr>
        <p:spPr>
          <a:xfrm>
            <a:off x="7056540" y="1415882"/>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 name="Google Shape;333;p36"/>
          <p:cNvGrpSpPr/>
          <p:nvPr/>
        </p:nvGrpSpPr>
        <p:grpSpPr>
          <a:xfrm>
            <a:off x="4380950" y="3212018"/>
            <a:ext cx="382096" cy="371911"/>
            <a:chOff x="-37190575" y="1951325"/>
            <a:chExt cx="324525" cy="315875"/>
          </a:xfrm>
        </p:grpSpPr>
        <p:sp>
          <p:nvSpPr>
            <p:cNvPr id="334" name="Google Shape;334;p3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 name="Google Shape;339;p36"/>
          <p:cNvSpPr/>
          <p:nvPr/>
        </p:nvSpPr>
        <p:spPr>
          <a:xfrm>
            <a:off x="7051445" y="3210643"/>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p37"/>
          <p:cNvSpPr txBox="1"/>
          <p:nvPr>
            <p:ph type="title"/>
          </p:nvPr>
        </p:nvSpPr>
        <p:spPr>
          <a:xfrm>
            <a:off x="2241750" y="1709575"/>
            <a:ext cx="4660500" cy="22842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a:t>Awesome words</a:t>
            </a:r>
            <a:endParaRPr/>
          </a:p>
        </p:txBody>
      </p:sp>
      <p:pic>
        <p:nvPicPr>
          <p:cNvPr id="345" name="Google Shape;345;p37"/>
          <p:cNvPicPr preferRelativeResize="0"/>
          <p:nvPr/>
        </p:nvPicPr>
        <p:blipFill>
          <a:blip r:embed="rId3">
            <a:alphaModFix/>
          </a:blip>
          <a:stretch>
            <a:fillRect/>
          </a:stretch>
        </p:blipFill>
        <p:spPr>
          <a:xfrm>
            <a:off x="-1264374" y="2609359"/>
            <a:ext cx="2903974" cy="2495998"/>
          </a:xfrm>
          <a:prstGeom prst="rect">
            <a:avLst/>
          </a:prstGeom>
          <a:noFill/>
          <a:ln>
            <a:noFill/>
          </a:ln>
        </p:spPr>
      </p:pic>
      <p:pic>
        <p:nvPicPr>
          <p:cNvPr id="346" name="Google Shape;346;p37"/>
          <p:cNvPicPr preferRelativeResize="0"/>
          <p:nvPr/>
        </p:nvPicPr>
        <p:blipFill>
          <a:blip r:embed="rId4">
            <a:alphaModFix/>
          </a:blip>
          <a:stretch>
            <a:fillRect/>
          </a:stretch>
        </p:blipFill>
        <p:spPr>
          <a:xfrm flipH="1" rot="-1965221">
            <a:off x="-79940" y="-83732"/>
            <a:ext cx="1429954" cy="1246465"/>
          </a:xfrm>
          <a:prstGeom prst="rect">
            <a:avLst/>
          </a:prstGeom>
          <a:noFill/>
          <a:ln>
            <a:noFill/>
          </a:ln>
        </p:spPr>
      </p:pic>
      <p:pic>
        <p:nvPicPr>
          <p:cNvPr id="347" name="Google Shape;347;p37"/>
          <p:cNvPicPr preferRelativeResize="0"/>
          <p:nvPr/>
        </p:nvPicPr>
        <p:blipFill>
          <a:blip r:embed="rId5">
            <a:alphaModFix/>
          </a:blip>
          <a:stretch>
            <a:fillRect/>
          </a:stretch>
        </p:blipFill>
        <p:spPr>
          <a:xfrm flipH="1">
            <a:off x="7442750" y="2864983"/>
            <a:ext cx="3131900" cy="2180725"/>
          </a:xfrm>
          <a:prstGeom prst="rect">
            <a:avLst/>
          </a:prstGeom>
          <a:noFill/>
          <a:ln>
            <a:noFill/>
          </a:ln>
        </p:spPr>
      </p:pic>
      <p:pic>
        <p:nvPicPr>
          <p:cNvPr id="348" name="Google Shape;348;p37"/>
          <p:cNvPicPr preferRelativeResize="0"/>
          <p:nvPr/>
        </p:nvPicPr>
        <p:blipFill>
          <a:blip r:embed="rId6">
            <a:alphaModFix/>
          </a:blip>
          <a:stretch>
            <a:fillRect/>
          </a:stretch>
        </p:blipFill>
        <p:spPr>
          <a:xfrm>
            <a:off x="3519313" y="71374"/>
            <a:ext cx="2269925" cy="1342400"/>
          </a:xfrm>
          <a:prstGeom prst="rect">
            <a:avLst/>
          </a:prstGeom>
          <a:noFill/>
          <a:ln>
            <a:noFill/>
          </a:ln>
        </p:spPr>
      </p:pic>
      <p:pic>
        <p:nvPicPr>
          <p:cNvPr id="349" name="Google Shape;349;p37"/>
          <p:cNvPicPr preferRelativeResize="0"/>
          <p:nvPr/>
        </p:nvPicPr>
        <p:blipFill>
          <a:blip r:embed="rId7">
            <a:alphaModFix/>
          </a:blip>
          <a:stretch>
            <a:fillRect/>
          </a:stretch>
        </p:blipFill>
        <p:spPr>
          <a:xfrm>
            <a:off x="7274963" y="96362"/>
            <a:ext cx="2067735" cy="163607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 name="Shape 353"/>
        <p:cNvGrpSpPr/>
        <p:nvPr/>
      </p:nvGrpSpPr>
      <p:grpSpPr>
        <a:xfrm>
          <a:off x="0" y="0"/>
          <a:ext cx="0" cy="0"/>
          <a:chOff x="0" y="0"/>
          <a:chExt cx="0" cy="0"/>
        </a:xfrm>
      </p:grpSpPr>
      <p:pic>
        <p:nvPicPr>
          <p:cNvPr id="354" name="Google Shape;354;p38"/>
          <p:cNvPicPr preferRelativeResize="0"/>
          <p:nvPr>
            <p:ph idx="2" type="pic"/>
          </p:nvPr>
        </p:nvPicPr>
        <p:blipFill rotWithShape="1">
          <a:blip r:embed="rId3">
            <a:alphaModFix/>
          </a:blip>
          <a:srcRect b="7807" l="0" r="0" t="7798"/>
          <a:stretch/>
        </p:blipFill>
        <p:spPr>
          <a:xfrm>
            <a:off x="0" y="0"/>
            <a:ext cx="9144003" cy="5143501"/>
          </a:xfrm>
          <a:prstGeom prst="rect">
            <a:avLst/>
          </a:prstGeom>
        </p:spPr>
      </p:pic>
      <p:sp>
        <p:nvSpPr>
          <p:cNvPr id="355" name="Google Shape;355;p38"/>
          <p:cNvSpPr/>
          <p:nvPr/>
        </p:nvSpPr>
        <p:spPr>
          <a:xfrm>
            <a:off x="-342850" y="2312125"/>
            <a:ext cx="4149900" cy="4149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Jost"/>
              <a:ea typeface="Jost"/>
              <a:cs typeface="Jost"/>
              <a:sym typeface="Jost"/>
            </a:endParaRPr>
          </a:p>
        </p:txBody>
      </p:sp>
      <p:sp>
        <p:nvSpPr>
          <p:cNvPr id="356" name="Google Shape;356;p38"/>
          <p:cNvSpPr txBox="1"/>
          <p:nvPr>
            <p:ph type="title"/>
          </p:nvPr>
        </p:nvSpPr>
        <p:spPr>
          <a:xfrm>
            <a:off x="713225" y="2958800"/>
            <a:ext cx="2296500" cy="16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pic>
        <p:nvPicPr>
          <p:cNvPr id="357" name="Google Shape;357;p38"/>
          <p:cNvPicPr preferRelativeResize="0"/>
          <p:nvPr/>
        </p:nvPicPr>
        <p:blipFill>
          <a:blip r:embed="rId4">
            <a:alphaModFix/>
          </a:blip>
          <a:stretch>
            <a:fillRect/>
          </a:stretch>
        </p:blipFill>
        <p:spPr>
          <a:xfrm rot="1983249">
            <a:off x="-139993" y="3423531"/>
            <a:ext cx="1251384" cy="1500087"/>
          </a:xfrm>
          <a:prstGeom prst="rect">
            <a:avLst/>
          </a:prstGeom>
          <a:noFill/>
          <a:ln>
            <a:noFill/>
          </a:ln>
        </p:spPr>
      </p:pic>
      <p:pic>
        <p:nvPicPr>
          <p:cNvPr id="358" name="Google Shape;358;p38"/>
          <p:cNvPicPr preferRelativeResize="0"/>
          <p:nvPr/>
        </p:nvPicPr>
        <p:blipFill>
          <a:blip r:embed="rId5">
            <a:alphaModFix/>
          </a:blip>
          <a:stretch>
            <a:fillRect/>
          </a:stretch>
        </p:blipFill>
        <p:spPr>
          <a:xfrm>
            <a:off x="8339800" y="4360612"/>
            <a:ext cx="659925" cy="576850"/>
          </a:xfrm>
          <a:prstGeom prst="rect">
            <a:avLst/>
          </a:prstGeom>
          <a:noFill/>
          <a:ln>
            <a:noFill/>
          </a:ln>
        </p:spPr>
      </p:pic>
      <p:pic>
        <p:nvPicPr>
          <p:cNvPr id="359" name="Google Shape;359;p38"/>
          <p:cNvPicPr preferRelativeResize="0"/>
          <p:nvPr/>
        </p:nvPicPr>
        <p:blipFill>
          <a:blip r:embed="rId6">
            <a:alphaModFix/>
          </a:blip>
          <a:stretch>
            <a:fillRect/>
          </a:stretch>
        </p:blipFill>
        <p:spPr>
          <a:xfrm flipH="1" rot="10372157">
            <a:off x="132735" y="111442"/>
            <a:ext cx="705930" cy="969466"/>
          </a:xfrm>
          <a:prstGeom prst="rect">
            <a:avLst/>
          </a:prstGeom>
          <a:noFill/>
          <a:ln>
            <a:noFill/>
          </a:ln>
        </p:spPr>
      </p:pic>
      <p:pic>
        <p:nvPicPr>
          <p:cNvPr id="360" name="Google Shape;360;p38"/>
          <p:cNvPicPr preferRelativeResize="0"/>
          <p:nvPr/>
        </p:nvPicPr>
        <p:blipFill>
          <a:blip r:embed="rId7">
            <a:alphaModFix/>
          </a:blip>
          <a:stretch>
            <a:fillRect/>
          </a:stretch>
        </p:blipFill>
        <p:spPr>
          <a:xfrm>
            <a:off x="8297062" y="-1"/>
            <a:ext cx="927125" cy="88735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 name="Shape 364"/>
        <p:cNvGrpSpPr/>
        <p:nvPr/>
      </p:nvGrpSpPr>
      <p:grpSpPr>
        <a:xfrm>
          <a:off x="0" y="0"/>
          <a:ext cx="0" cy="0"/>
          <a:chOff x="0" y="0"/>
          <a:chExt cx="0" cy="0"/>
        </a:xfrm>
      </p:grpSpPr>
      <p:sp>
        <p:nvSpPr>
          <p:cNvPr id="365" name="Google Shape;365;p39"/>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366" name="Google Shape;366;p39"/>
          <p:cNvSpPr txBox="1"/>
          <p:nvPr>
            <p:ph idx="1" type="subTitle"/>
          </p:nvPr>
        </p:nvSpPr>
        <p:spPr>
          <a:xfrm>
            <a:off x="5508200" y="2395225"/>
            <a:ext cx="2791200" cy="100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367" name="Google Shape;367;p39"/>
          <p:cNvGrpSpPr/>
          <p:nvPr/>
        </p:nvGrpSpPr>
        <p:grpSpPr>
          <a:xfrm>
            <a:off x="844611" y="1809800"/>
            <a:ext cx="3942064" cy="2211275"/>
            <a:chOff x="4729131" y="1936699"/>
            <a:chExt cx="3820200" cy="2142916"/>
          </a:xfrm>
        </p:grpSpPr>
        <p:sp>
          <p:nvSpPr>
            <p:cNvPr id="368" name="Google Shape;368;p39"/>
            <p:cNvSpPr/>
            <p:nvPr/>
          </p:nvSpPr>
          <p:spPr>
            <a:xfrm>
              <a:off x="4928413" y="1936699"/>
              <a:ext cx="3421500" cy="1990200"/>
            </a:xfrm>
            <a:prstGeom prst="round2SameRect">
              <a:avLst>
                <a:gd fmla="val 9051" name="adj1"/>
                <a:gd fmla="val 0" name="adj2"/>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9"/>
            <p:cNvSpPr/>
            <p:nvPr/>
          </p:nvSpPr>
          <p:spPr>
            <a:xfrm rot="10800000">
              <a:off x="4729131" y="3926915"/>
              <a:ext cx="3820200" cy="152700"/>
            </a:xfrm>
            <a:prstGeom prst="round2SameRect">
              <a:avLst>
                <a:gd fmla="val 50000" name="adj1"/>
                <a:gd fmla="val 0" name="adj2"/>
              </a:avLst>
            </a:prstGeom>
            <a:noFill/>
            <a:ln cap="flat" cmpd="sng" w="2857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9"/>
            <p:cNvSpPr/>
            <p:nvPr/>
          </p:nvSpPr>
          <p:spPr>
            <a:xfrm>
              <a:off x="6606475" y="2008050"/>
              <a:ext cx="65400" cy="65400"/>
            </a:xfrm>
            <a:prstGeom prst="ellipse">
              <a:avLst/>
            </a:pr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1" name="Google Shape;371;p39"/>
          <p:cNvPicPr preferRelativeResize="0"/>
          <p:nvPr/>
        </p:nvPicPr>
        <p:blipFill rotWithShape="1">
          <a:blip r:embed="rId3">
            <a:alphaModFix/>
          </a:blip>
          <a:srcRect b="40" l="0" r="0" t="50"/>
          <a:stretch/>
        </p:blipFill>
        <p:spPr>
          <a:xfrm>
            <a:off x="1230875" y="2009134"/>
            <a:ext cx="3163500" cy="1777800"/>
          </a:xfrm>
          <a:prstGeom prst="round2SameRect">
            <a:avLst>
              <a:gd fmla="val 8541" name="adj1"/>
              <a:gd fmla="val 0" name="adj2"/>
            </a:avLst>
          </a:prstGeom>
          <a:noFill/>
          <a:ln cap="flat" cmpd="sng" w="19050">
            <a:solidFill>
              <a:schemeClr val="accent1"/>
            </a:solidFill>
            <a:prstDash val="solid"/>
            <a:round/>
            <a:headEnd len="sm" w="sm" type="none"/>
            <a:tailEnd len="sm" w="sm" type="none"/>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 name="Shape 375"/>
        <p:cNvGrpSpPr/>
        <p:nvPr/>
      </p:nvGrpSpPr>
      <p:grpSpPr>
        <a:xfrm>
          <a:off x="0" y="0"/>
          <a:ext cx="0" cy="0"/>
          <a:chOff x="0" y="0"/>
          <a:chExt cx="0" cy="0"/>
        </a:xfrm>
      </p:grpSpPr>
      <p:grpSp>
        <p:nvGrpSpPr>
          <p:cNvPr id="376" name="Google Shape;376;p40"/>
          <p:cNvGrpSpPr/>
          <p:nvPr/>
        </p:nvGrpSpPr>
        <p:grpSpPr>
          <a:xfrm>
            <a:off x="3161494" y="1508652"/>
            <a:ext cx="5056777" cy="2693930"/>
            <a:chOff x="233350" y="949250"/>
            <a:chExt cx="7137300" cy="3802300"/>
          </a:xfrm>
        </p:grpSpPr>
        <p:sp>
          <p:nvSpPr>
            <p:cNvPr id="377" name="Google Shape;377;p4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 name="Google Shape;428;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b="1"/>
          </a:p>
        </p:txBody>
      </p:sp>
      <p:sp>
        <p:nvSpPr>
          <p:cNvPr id="429" name="Google Shape;429;p40"/>
          <p:cNvSpPr txBox="1"/>
          <p:nvPr/>
        </p:nvSpPr>
        <p:spPr>
          <a:xfrm>
            <a:off x="799125" y="2153353"/>
            <a:ext cx="1926000" cy="77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Jost"/>
                <a:ea typeface="Jost"/>
                <a:cs typeface="Jost"/>
                <a:sym typeface="Jost"/>
              </a:rPr>
              <a:t>Mercury is the closest planet to the Sun</a:t>
            </a:r>
            <a:endParaRPr>
              <a:solidFill>
                <a:schemeClr val="lt1"/>
              </a:solidFill>
              <a:latin typeface="Jost"/>
              <a:ea typeface="Jost"/>
              <a:cs typeface="Jost"/>
              <a:sym typeface="Jost"/>
            </a:endParaRPr>
          </a:p>
        </p:txBody>
      </p:sp>
      <p:sp>
        <p:nvSpPr>
          <p:cNvPr id="430" name="Google Shape;430;p40"/>
          <p:cNvSpPr txBox="1"/>
          <p:nvPr/>
        </p:nvSpPr>
        <p:spPr>
          <a:xfrm>
            <a:off x="799125" y="1833700"/>
            <a:ext cx="19260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lt1"/>
                </a:solidFill>
                <a:latin typeface="Londrina Solid"/>
                <a:ea typeface="Londrina Solid"/>
                <a:cs typeface="Londrina Solid"/>
                <a:sym typeface="Londrina Solid"/>
              </a:rPr>
              <a:t>Mercury</a:t>
            </a:r>
            <a:endParaRPr sz="2200">
              <a:solidFill>
                <a:schemeClr val="lt1"/>
              </a:solidFill>
              <a:latin typeface="Londrina Solid"/>
              <a:ea typeface="Londrina Solid"/>
              <a:cs typeface="Londrina Solid"/>
              <a:sym typeface="Londrina Solid"/>
            </a:endParaRPr>
          </a:p>
        </p:txBody>
      </p:sp>
      <p:sp>
        <p:nvSpPr>
          <p:cNvPr id="431" name="Google Shape;431;p40"/>
          <p:cNvSpPr txBox="1"/>
          <p:nvPr/>
        </p:nvSpPr>
        <p:spPr>
          <a:xfrm>
            <a:off x="799125" y="3448475"/>
            <a:ext cx="1926000" cy="77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Jost"/>
                <a:ea typeface="Jost"/>
                <a:cs typeface="Jost"/>
                <a:sym typeface="Jost"/>
              </a:rPr>
              <a:t>Venus is the second planet from the Sun</a:t>
            </a:r>
            <a:endParaRPr>
              <a:solidFill>
                <a:schemeClr val="lt1"/>
              </a:solidFill>
              <a:latin typeface="Jost"/>
              <a:ea typeface="Jost"/>
              <a:cs typeface="Jost"/>
              <a:sym typeface="Jost"/>
            </a:endParaRPr>
          </a:p>
        </p:txBody>
      </p:sp>
      <p:sp>
        <p:nvSpPr>
          <p:cNvPr id="432" name="Google Shape;432;p40"/>
          <p:cNvSpPr txBox="1"/>
          <p:nvPr/>
        </p:nvSpPr>
        <p:spPr>
          <a:xfrm>
            <a:off x="799125" y="3128851"/>
            <a:ext cx="19260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lt1"/>
                </a:solidFill>
                <a:latin typeface="Londrina Solid"/>
                <a:ea typeface="Londrina Solid"/>
                <a:cs typeface="Londrina Solid"/>
                <a:sym typeface="Londrina Solid"/>
              </a:rPr>
              <a:t>Venus</a:t>
            </a:r>
            <a:endParaRPr sz="2200">
              <a:solidFill>
                <a:schemeClr val="lt1"/>
              </a:solidFill>
              <a:latin typeface="Londrina Solid"/>
              <a:ea typeface="Londrina Solid"/>
              <a:cs typeface="Londrina Solid"/>
              <a:sym typeface="Londrina Solid"/>
            </a:endParaRPr>
          </a:p>
        </p:txBody>
      </p:sp>
      <p:cxnSp>
        <p:nvCxnSpPr>
          <p:cNvPr id="433" name="Google Shape;433;p40"/>
          <p:cNvCxnSpPr>
            <a:stCxn id="434" idx="2"/>
            <a:endCxn id="430" idx="3"/>
          </p:cNvCxnSpPr>
          <p:nvPr/>
        </p:nvCxnSpPr>
        <p:spPr>
          <a:xfrm rot="10800000">
            <a:off x="2725104" y="2049150"/>
            <a:ext cx="2679300" cy="522600"/>
          </a:xfrm>
          <a:prstGeom prst="bentConnector3">
            <a:avLst>
              <a:gd fmla="val 50000" name="adj1"/>
            </a:avLst>
          </a:prstGeom>
          <a:noFill/>
          <a:ln cap="flat" cmpd="sng" w="9525">
            <a:solidFill>
              <a:schemeClr val="accent4"/>
            </a:solidFill>
            <a:prstDash val="solid"/>
            <a:round/>
            <a:headEnd len="med" w="med" type="none"/>
            <a:tailEnd len="med" w="med" type="none"/>
          </a:ln>
        </p:spPr>
      </p:cxnSp>
      <p:cxnSp>
        <p:nvCxnSpPr>
          <p:cNvPr id="435" name="Google Shape;435;p40"/>
          <p:cNvCxnSpPr>
            <a:stCxn id="436" idx="2"/>
            <a:endCxn id="432" idx="3"/>
          </p:cNvCxnSpPr>
          <p:nvPr/>
        </p:nvCxnSpPr>
        <p:spPr>
          <a:xfrm rot="10800000">
            <a:off x="2725179" y="3344550"/>
            <a:ext cx="1753500" cy="77100"/>
          </a:xfrm>
          <a:prstGeom prst="bentConnector3">
            <a:avLst>
              <a:gd fmla="val 50002" name="adj1"/>
            </a:avLst>
          </a:prstGeom>
          <a:noFill/>
          <a:ln cap="flat" cmpd="sng" w="9525">
            <a:solidFill>
              <a:schemeClr val="accent4"/>
            </a:solidFill>
            <a:prstDash val="solid"/>
            <a:round/>
            <a:headEnd len="med" w="med" type="none"/>
            <a:tailEnd len="med" w="med" type="none"/>
          </a:ln>
        </p:spPr>
      </p:cxnSp>
      <p:sp>
        <p:nvSpPr>
          <p:cNvPr id="436" name="Google Shape;436;p40"/>
          <p:cNvSpPr/>
          <p:nvPr/>
        </p:nvSpPr>
        <p:spPr>
          <a:xfrm>
            <a:off x="4478679" y="3339300"/>
            <a:ext cx="164700" cy="16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0"/>
          <p:cNvSpPr/>
          <p:nvPr/>
        </p:nvSpPr>
        <p:spPr>
          <a:xfrm>
            <a:off x="5404404" y="2489400"/>
            <a:ext cx="164700" cy="1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 name="Shape 440"/>
        <p:cNvGrpSpPr/>
        <p:nvPr/>
      </p:nvGrpSpPr>
      <p:grpSpPr>
        <a:xfrm>
          <a:off x="0" y="0"/>
          <a:ext cx="0" cy="0"/>
          <a:chOff x="0" y="0"/>
          <a:chExt cx="0" cy="0"/>
        </a:xfrm>
      </p:grpSpPr>
      <p:sp>
        <p:nvSpPr>
          <p:cNvPr id="441" name="Google Shape;441;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history</a:t>
            </a:r>
            <a:endParaRPr/>
          </a:p>
        </p:txBody>
      </p:sp>
      <p:sp>
        <p:nvSpPr>
          <p:cNvPr id="442" name="Google Shape;442;p41"/>
          <p:cNvSpPr/>
          <p:nvPr/>
        </p:nvSpPr>
        <p:spPr>
          <a:xfrm>
            <a:off x="1676625" y="2421400"/>
            <a:ext cx="875700" cy="860400"/>
          </a:xfrm>
          <a:prstGeom prst="ellipse">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lt1"/>
                </a:solidFill>
                <a:latin typeface="Londrina Solid"/>
                <a:ea typeface="Londrina Solid"/>
                <a:cs typeface="Londrina Solid"/>
                <a:sym typeface="Londrina Solid"/>
              </a:rPr>
              <a:t>2XXX</a:t>
            </a:r>
            <a:endParaRPr sz="1900">
              <a:solidFill>
                <a:schemeClr val="lt1"/>
              </a:solidFill>
              <a:latin typeface="Londrina Solid"/>
              <a:ea typeface="Londrina Solid"/>
              <a:cs typeface="Londrina Solid"/>
              <a:sym typeface="Londrina Solid"/>
            </a:endParaRPr>
          </a:p>
        </p:txBody>
      </p:sp>
      <p:sp>
        <p:nvSpPr>
          <p:cNvPr id="443" name="Google Shape;443;p41"/>
          <p:cNvSpPr/>
          <p:nvPr/>
        </p:nvSpPr>
        <p:spPr>
          <a:xfrm>
            <a:off x="3314991" y="2421400"/>
            <a:ext cx="875700" cy="8604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lt1"/>
                </a:solidFill>
                <a:latin typeface="Londrina Solid"/>
                <a:ea typeface="Londrina Solid"/>
                <a:cs typeface="Londrina Solid"/>
                <a:sym typeface="Londrina Solid"/>
              </a:rPr>
              <a:t>2XXX</a:t>
            </a:r>
            <a:endParaRPr sz="1900">
              <a:solidFill>
                <a:schemeClr val="lt1"/>
              </a:solidFill>
              <a:latin typeface="Londrina Solid"/>
              <a:ea typeface="Londrina Solid"/>
              <a:cs typeface="Londrina Solid"/>
              <a:sym typeface="Londrina Solid"/>
            </a:endParaRPr>
          </a:p>
        </p:txBody>
      </p:sp>
      <p:sp>
        <p:nvSpPr>
          <p:cNvPr id="444" name="Google Shape;444;p41"/>
          <p:cNvSpPr/>
          <p:nvPr/>
        </p:nvSpPr>
        <p:spPr>
          <a:xfrm>
            <a:off x="4953357" y="2421400"/>
            <a:ext cx="875700" cy="8604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lt1"/>
                </a:solidFill>
                <a:latin typeface="Londrina Solid"/>
                <a:ea typeface="Londrina Solid"/>
                <a:cs typeface="Londrina Solid"/>
                <a:sym typeface="Londrina Solid"/>
              </a:rPr>
              <a:t>2XXX</a:t>
            </a:r>
            <a:endParaRPr sz="1900">
              <a:solidFill>
                <a:schemeClr val="lt1"/>
              </a:solidFill>
              <a:latin typeface="Londrina Solid"/>
              <a:ea typeface="Londrina Solid"/>
              <a:cs typeface="Londrina Solid"/>
              <a:sym typeface="Londrina Solid"/>
            </a:endParaRPr>
          </a:p>
        </p:txBody>
      </p:sp>
      <p:sp>
        <p:nvSpPr>
          <p:cNvPr id="445" name="Google Shape;445;p41"/>
          <p:cNvSpPr/>
          <p:nvPr/>
        </p:nvSpPr>
        <p:spPr>
          <a:xfrm>
            <a:off x="6591723" y="2421400"/>
            <a:ext cx="875700" cy="860400"/>
          </a:xfrm>
          <a:prstGeom prst="ellipse">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lt1"/>
                </a:solidFill>
                <a:latin typeface="Londrina Solid"/>
                <a:ea typeface="Londrina Solid"/>
                <a:cs typeface="Londrina Solid"/>
                <a:sym typeface="Londrina Solid"/>
              </a:rPr>
              <a:t>2XXX</a:t>
            </a:r>
            <a:endParaRPr sz="1900">
              <a:solidFill>
                <a:schemeClr val="lt1"/>
              </a:solidFill>
              <a:latin typeface="Londrina Solid"/>
              <a:ea typeface="Londrina Solid"/>
              <a:cs typeface="Londrina Solid"/>
              <a:sym typeface="Londrina Solid"/>
            </a:endParaRPr>
          </a:p>
        </p:txBody>
      </p:sp>
      <p:cxnSp>
        <p:nvCxnSpPr>
          <p:cNvPr id="446" name="Google Shape;446;p41"/>
          <p:cNvCxnSpPr>
            <a:stCxn id="442" idx="6"/>
            <a:endCxn id="443" idx="2"/>
          </p:cNvCxnSpPr>
          <p:nvPr/>
        </p:nvCxnSpPr>
        <p:spPr>
          <a:xfrm>
            <a:off x="2552325" y="2851600"/>
            <a:ext cx="762600" cy="0"/>
          </a:xfrm>
          <a:prstGeom prst="straightConnector1">
            <a:avLst/>
          </a:prstGeom>
          <a:noFill/>
          <a:ln cap="flat" cmpd="sng" w="28575">
            <a:solidFill>
              <a:schemeClr val="lt1"/>
            </a:solidFill>
            <a:prstDash val="solid"/>
            <a:round/>
            <a:headEnd len="med" w="med" type="none"/>
            <a:tailEnd len="med" w="med" type="none"/>
          </a:ln>
        </p:spPr>
      </p:cxnSp>
      <p:cxnSp>
        <p:nvCxnSpPr>
          <p:cNvPr id="447" name="Google Shape;447;p41"/>
          <p:cNvCxnSpPr>
            <a:stCxn id="443" idx="6"/>
            <a:endCxn id="444" idx="2"/>
          </p:cNvCxnSpPr>
          <p:nvPr/>
        </p:nvCxnSpPr>
        <p:spPr>
          <a:xfrm>
            <a:off x="4190691" y="2851600"/>
            <a:ext cx="762600" cy="0"/>
          </a:xfrm>
          <a:prstGeom prst="straightConnector1">
            <a:avLst/>
          </a:prstGeom>
          <a:noFill/>
          <a:ln cap="flat" cmpd="sng" w="28575">
            <a:solidFill>
              <a:schemeClr val="lt1"/>
            </a:solidFill>
            <a:prstDash val="solid"/>
            <a:round/>
            <a:headEnd len="med" w="med" type="none"/>
            <a:tailEnd len="med" w="med" type="none"/>
          </a:ln>
        </p:spPr>
      </p:cxnSp>
      <p:cxnSp>
        <p:nvCxnSpPr>
          <p:cNvPr id="448" name="Google Shape;448;p41"/>
          <p:cNvCxnSpPr>
            <a:stCxn id="444" idx="6"/>
            <a:endCxn id="445" idx="2"/>
          </p:cNvCxnSpPr>
          <p:nvPr/>
        </p:nvCxnSpPr>
        <p:spPr>
          <a:xfrm>
            <a:off x="5829057" y="2851600"/>
            <a:ext cx="762600" cy="0"/>
          </a:xfrm>
          <a:prstGeom prst="straightConnector1">
            <a:avLst/>
          </a:prstGeom>
          <a:noFill/>
          <a:ln cap="flat" cmpd="sng" w="28575">
            <a:solidFill>
              <a:schemeClr val="lt1"/>
            </a:solidFill>
            <a:prstDash val="solid"/>
            <a:round/>
            <a:headEnd len="med" w="med" type="none"/>
            <a:tailEnd len="med" w="med" type="none"/>
          </a:ln>
        </p:spPr>
      </p:cxnSp>
      <p:sp>
        <p:nvSpPr>
          <p:cNvPr id="449" name="Google Shape;449;p41"/>
          <p:cNvSpPr txBox="1"/>
          <p:nvPr/>
        </p:nvSpPr>
        <p:spPr>
          <a:xfrm>
            <a:off x="961721"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Venus</a:t>
            </a:r>
            <a:endParaRPr sz="2200">
              <a:solidFill>
                <a:schemeClr val="lt1"/>
              </a:solidFill>
              <a:latin typeface="Londrina Solid"/>
              <a:ea typeface="Londrina Solid"/>
              <a:cs typeface="Londrina Solid"/>
              <a:sym typeface="Londrina Solid"/>
            </a:endParaRPr>
          </a:p>
        </p:txBody>
      </p:sp>
      <p:sp>
        <p:nvSpPr>
          <p:cNvPr id="450" name="Google Shape;450;p41"/>
          <p:cNvSpPr txBox="1"/>
          <p:nvPr/>
        </p:nvSpPr>
        <p:spPr>
          <a:xfrm>
            <a:off x="961700" y="3816174"/>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t"/>
                <a:ea typeface="Jost"/>
                <a:cs typeface="Jost"/>
                <a:sym typeface="Jost"/>
              </a:rPr>
              <a:t>Venus is the second planet from the Sun</a:t>
            </a:r>
            <a:endParaRPr>
              <a:solidFill>
                <a:schemeClr val="lt1"/>
              </a:solidFill>
              <a:latin typeface="Jost"/>
              <a:ea typeface="Jost"/>
              <a:cs typeface="Jost"/>
              <a:sym typeface="Jost"/>
            </a:endParaRPr>
          </a:p>
        </p:txBody>
      </p:sp>
      <p:sp>
        <p:nvSpPr>
          <p:cNvPr id="451" name="Google Shape;451;p41"/>
          <p:cNvSpPr txBox="1"/>
          <p:nvPr/>
        </p:nvSpPr>
        <p:spPr>
          <a:xfrm>
            <a:off x="2600071"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Saturn</a:t>
            </a:r>
            <a:endParaRPr sz="2200">
              <a:solidFill>
                <a:schemeClr val="lt1"/>
              </a:solidFill>
              <a:latin typeface="Londrina Solid"/>
              <a:ea typeface="Londrina Solid"/>
              <a:cs typeface="Londrina Solid"/>
              <a:sym typeface="Londrina Solid"/>
            </a:endParaRPr>
          </a:p>
        </p:txBody>
      </p:sp>
      <p:sp>
        <p:nvSpPr>
          <p:cNvPr id="452" name="Google Shape;452;p41"/>
          <p:cNvSpPr txBox="1"/>
          <p:nvPr/>
        </p:nvSpPr>
        <p:spPr>
          <a:xfrm>
            <a:off x="2600071"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t"/>
                <a:ea typeface="Jost"/>
                <a:cs typeface="Jost"/>
                <a:sym typeface="Jost"/>
              </a:rPr>
              <a:t>Saturn is composed of hydrogen and helium</a:t>
            </a:r>
            <a:endParaRPr>
              <a:solidFill>
                <a:schemeClr val="lt1"/>
              </a:solidFill>
              <a:latin typeface="Jost"/>
              <a:ea typeface="Jost"/>
              <a:cs typeface="Jost"/>
              <a:sym typeface="Jost"/>
            </a:endParaRPr>
          </a:p>
        </p:txBody>
      </p:sp>
      <p:sp>
        <p:nvSpPr>
          <p:cNvPr id="453" name="Google Shape;453;p41"/>
          <p:cNvSpPr txBox="1"/>
          <p:nvPr/>
        </p:nvSpPr>
        <p:spPr>
          <a:xfrm>
            <a:off x="4238424"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Mars</a:t>
            </a:r>
            <a:endParaRPr sz="2200">
              <a:solidFill>
                <a:schemeClr val="lt1"/>
              </a:solidFill>
              <a:latin typeface="Londrina Solid"/>
              <a:ea typeface="Londrina Solid"/>
              <a:cs typeface="Londrina Solid"/>
              <a:sym typeface="Londrina Solid"/>
            </a:endParaRPr>
          </a:p>
        </p:txBody>
      </p:sp>
      <p:sp>
        <p:nvSpPr>
          <p:cNvPr id="454" name="Google Shape;454;p41"/>
          <p:cNvSpPr txBox="1"/>
          <p:nvPr/>
        </p:nvSpPr>
        <p:spPr>
          <a:xfrm>
            <a:off x="4238428" y="3816174"/>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t"/>
                <a:ea typeface="Jost"/>
                <a:cs typeface="Jost"/>
                <a:sym typeface="Jost"/>
              </a:rPr>
              <a:t>Despite being red, Mars is actually a cold place</a:t>
            </a:r>
            <a:endParaRPr>
              <a:solidFill>
                <a:schemeClr val="lt1"/>
              </a:solidFill>
              <a:latin typeface="Jost"/>
              <a:ea typeface="Jost"/>
              <a:cs typeface="Jost"/>
              <a:sym typeface="Jost"/>
            </a:endParaRPr>
          </a:p>
        </p:txBody>
      </p:sp>
      <p:sp>
        <p:nvSpPr>
          <p:cNvPr id="455" name="Google Shape;455;p41"/>
          <p:cNvSpPr txBox="1"/>
          <p:nvPr/>
        </p:nvSpPr>
        <p:spPr>
          <a:xfrm>
            <a:off x="5876800"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Neptune</a:t>
            </a:r>
            <a:endParaRPr sz="2200">
              <a:solidFill>
                <a:schemeClr val="lt1"/>
              </a:solidFill>
              <a:latin typeface="Londrina Solid"/>
              <a:ea typeface="Londrina Solid"/>
              <a:cs typeface="Londrina Solid"/>
              <a:sym typeface="Londrina Solid"/>
            </a:endParaRPr>
          </a:p>
        </p:txBody>
      </p:sp>
      <p:sp>
        <p:nvSpPr>
          <p:cNvPr id="456" name="Google Shape;456;p41"/>
          <p:cNvSpPr txBox="1"/>
          <p:nvPr/>
        </p:nvSpPr>
        <p:spPr>
          <a:xfrm>
            <a:off x="5876798"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t"/>
                <a:ea typeface="Jost"/>
                <a:cs typeface="Jost"/>
                <a:sym typeface="Jost"/>
              </a:rPr>
              <a:t>Neptune is the farthest planet from the Sun</a:t>
            </a:r>
            <a:endParaRPr>
              <a:solidFill>
                <a:schemeClr val="lt1"/>
              </a:solidFill>
              <a:latin typeface="Jost"/>
              <a:ea typeface="Jost"/>
              <a:cs typeface="Jost"/>
              <a:sym typeface="Jost"/>
            </a:endParaRPr>
          </a:p>
        </p:txBody>
      </p:sp>
      <p:cxnSp>
        <p:nvCxnSpPr>
          <p:cNvPr id="457" name="Google Shape;457;p41"/>
          <p:cNvCxnSpPr>
            <a:stCxn id="442" idx="4"/>
            <a:endCxn id="449" idx="0"/>
          </p:cNvCxnSpPr>
          <p:nvPr/>
        </p:nvCxnSpPr>
        <p:spPr>
          <a:xfrm>
            <a:off x="2114475" y="3281800"/>
            <a:ext cx="0" cy="276300"/>
          </a:xfrm>
          <a:prstGeom prst="straightConnector1">
            <a:avLst/>
          </a:prstGeom>
          <a:noFill/>
          <a:ln cap="flat" cmpd="sng" w="28575">
            <a:solidFill>
              <a:schemeClr val="lt1"/>
            </a:solidFill>
            <a:prstDash val="solid"/>
            <a:round/>
            <a:headEnd len="med" w="med" type="none"/>
            <a:tailEnd len="med" w="med" type="none"/>
          </a:ln>
        </p:spPr>
      </p:cxnSp>
      <p:cxnSp>
        <p:nvCxnSpPr>
          <p:cNvPr id="458" name="Google Shape;458;p41"/>
          <p:cNvCxnSpPr>
            <a:stCxn id="443" idx="0"/>
            <a:endCxn id="452" idx="2"/>
          </p:cNvCxnSpPr>
          <p:nvPr/>
        </p:nvCxnSpPr>
        <p:spPr>
          <a:xfrm rot="10800000">
            <a:off x="3752841" y="2188000"/>
            <a:ext cx="0" cy="233400"/>
          </a:xfrm>
          <a:prstGeom prst="straightConnector1">
            <a:avLst/>
          </a:prstGeom>
          <a:noFill/>
          <a:ln cap="flat" cmpd="sng" w="28575">
            <a:solidFill>
              <a:schemeClr val="lt1"/>
            </a:solidFill>
            <a:prstDash val="solid"/>
            <a:round/>
            <a:headEnd len="med" w="med" type="none"/>
            <a:tailEnd len="med" w="med" type="none"/>
          </a:ln>
        </p:spPr>
      </p:cxnSp>
      <p:cxnSp>
        <p:nvCxnSpPr>
          <p:cNvPr id="459" name="Google Shape;459;p41"/>
          <p:cNvCxnSpPr>
            <a:stCxn id="444" idx="4"/>
            <a:endCxn id="453" idx="0"/>
          </p:cNvCxnSpPr>
          <p:nvPr/>
        </p:nvCxnSpPr>
        <p:spPr>
          <a:xfrm>
            <a:off x="5391207" y="3281800"/>
            <a:ext cx="0" cy="276300"/>
          </a:xfrm>
          <a:prstGeom prst="straightConnector1">
            <a:avLst/>
          </a:prstGeom>
          <a:noFill/>
          <a:ln cap="flat" cmpd="sng" w="28575">
            <a:solidFill>
              <a:schemeClr val="lt1"/>
            </a:solidFill>
            <a:prstDash val="solid"/>
            <a:round/>
            <a:headEnd len="med" w="med" type="none"/>
            <a:tailEnd len="med" w="med" type="none"/>
          </a:ln>
        </p:spPr>
      </p:cxnSp>
      <p:cxnSp>
        <p:nvCxnSpPr>
          <p:cNvPr id="460" name="Google Shape;460;p41"/>
          <p:cNvCxnSpPr>
            <a:stCxn id="445" idx="0"/>
            <a:endCxn id="456" idx="2"/>
          </p:cNvCxnSpPr>
          <p:nvPr/>
        </p:nvCxnSpPr>
        <p:spPr>
          <a:xfrm rot="10800000">
            <a:off x="7029573" y="2188000"/>
            <a:ext cx="0" cy="233400"/>
          </a:xfrm>
          <a:prstGeom prst="straightConnector1">
            <a:avLst/>
          </a:prstGeom>
          <a:noFill/>
          <a:ln cap="flat" cmpd="sng" w="28575">
            <a:solidFill>
              <a:schemeClr val="lt1"/>
            </a:solidFill>
            <a:prstDash val="solid"/>
            <a:round/>
            <a:headEnd len="med" w="med" type="none"/>
            <a:tailEnd len="med" w="med" type="none"/>
          </a:ln>
        </p:spPr>
      </p:cxnSp>
      <p:cxnSp>
        <p:nvCxnSpPr>
          <p:cNvPr id="461" name="Google Shape;461;p41"/>
          <p:cNvCxnSpPr/>
          <p:nvPr/>
        </p:nvCxnSpPr>
        <p:spPr>
          <a:xfrm rot="10800000">
            <a:off x="740925" y="2851600"/>
            <a:ext cx="935700" cy="0"/>
          </a:xfrm>
          <a:prstGeom prst="straightConnector1">
            <a:avLst/>
          </a:prstGeom>
          <a:noFill/>
          <a:ln cap="flat" cmpd="sng" w="28575">
            <a:solidFill>
              <a:schemeClr val="lt1"/>
            </a:solidFill>
            <a:prstDash val="solid"/>
            <a:round/>
            <a:headEnd len="med" w="med" type="none"/>
            <a:tailEnd len="med" w="med" type="oval"/>
          </a:ln>
        </p:spPr>
      </p:cxnSp>
      <p:cxnSp>
        <p:nvCxnSpPr>
          <p:cNvPr id="462" name="Google Shape;462;p41"/>
          <p:cNvCxnSpPr>
            <a:stCxn id="445" idx="6"/>
          </p:cNvCxnSpPr>
          <p:nvPr/>
        </p:nvCxnSpPr>
        <p:spPr>
          <a:xfrm>
            <a:off x="7467423" y="2851600"/>
            <a:ext cx="935700" cy="0"/>
          </a:xfrm>
          <a:prstGeom prst="straightConnector1">
            <a:avLst/>
          </a:prstGeom>
          <a:noFill/>
          <a:ln cap="flat" cmpd="sng" w="28575">
            <a:solidFill>
              <a:schemeClr val="lt1"/>
            </a:solidFill>
            <a:prstDash val="solid"/>
            <a:round/>
            <a:headEnd len="med" w="med" type="none"/>
            <a:tailEnd len="med" w="med" type="oval"/>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 name="Shape 466"/>
        <p:cNvGrpSpPr/>
        <p:nvPr/>
      </p:nvGrpSpPr>
      <p:grpSpPr>
        <a:xfrm>
          <a:off x="0" y="0"/>
          <a:ext cx="0" cy="0"/>
          <a:chOff x="0" y="0"/>
          <a:chExt cx="0" cy="0"/>
        </a:xfrm>
      </p:grpSpPr>
      <p:sp>
        <p:nvSpPr>
          <p:cNvPr id="467" name="Google Shape;467;p42"/>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an infographic</a:t>
            </a:r>
            <a:endParaRPr/>
          </a:p>
        </p:txBody>
      </p:sp>
      <p:sp>
        <p:nvSpPr>
          <p:cNvPr id="468" name="Google Shape;468;p42"/>
          <p:cNvSpPr txBox="1"/>
          <p:nvPr>
            <p:ph idx="4294967295" type="subTitle"/>
          </p:nvPr>
        </p:nvSpPr>
        <p:spPr>
          <a:xfrm>
            <a:off x="6169975" y="3702641"/>
            <a:ext cx="21897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the biggest planet of them all</a:t>
            </a:r>
            <a:endParaRPr/>
          </a:p>
        </p:txBody>
      </p:sp>
      <p:sp>
        <p:nvSpPr>
          <p:cNvPr id="469" name="Google Shape;469;p42"/>
          <p:cNvSpPr txBox="1"/>
          <p:nvPr>
            <p:ph idx="4294967295" type="title"/>
          </p:nvPr>
        </p:nvSpPr>
        <p:spPr>
          <a:xfrm>
            <a:off x="6176975" y="1757950"/>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470" name="Google Shape;470;p42"/>
          <p:cNvSpPr txBox="1"/>
          <p:nvPr>
            <p:ph idx="4294967295" type="subTitle"/>
          </p:nvPr>
        </p:nvSpPr>
        <p:spPr>
          <a:xfrm>
            <a:off x="6176975" y="2034292"/>
            <a:ext cx="21897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471" name="Google Shape;471;p42"/>
          <p:cNvSpPr txBox="1"/>
          <p:nvPr>
            <p:ph idx="4294967295" type="title"/>
          </p:nvPr>
        </p:nvSpPr>
        <p:spPr>
          <a:xfrm>
            <a:off x="6169975" y="3426325"/>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Jupiter</a:t>
            </a:r>
            <a:endParaRPr sz="2200"/>
          </a:p>
        </p:txBody>
      </p:sp>
      <p:sp>
        <p:nvSpPr>
          <p:cNvPr id="472" name="Google Shape;472;p42"/>
          <p:cNvSpPr txBox="1"/>
          <p:nvPr>
            <p:ph idx="4294967295" type="title"/>
          </p:nvPr>
        </p:nvSpPr>
        <p:spPr>
          <a:xfrm>
            <a:off x="763325" y="3426325"/>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200"/>
              <a:t>Saturn</a:t>
            </a:r>
            <a:endParaRPr sz="2200"/>
          </a:p>
        </p:txBody>
      </p:sp>
      <p:sp>
        <p:nvSpPr>
          <p:cNvPr id="473" name="Google Shape;473;p42"/>
          <p:cNvSpPr txBox="1"/>
          <p:nvPr>
            <p:ph idx="4294967295" type="subTitle"/>
          </p:nvPr>
        </p:nvSpPr>
        <p:spPr>
          <a:xfrm>
            <a:off x="763325" y="3744641"/>
            <a:ext cx="2189700" cy="48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Saturn is composed of hydrogen and helium</a:t>
            </a:r>
            <a:endParaRPr/>
          </a:p>
        </p:txBody>
      </p:sp>
      <p:sp>
        <p:nvSpPr>
          <p:cNvPr id="474" name="Google Shape;474;p42"/>
          <p:cNvSpPr txBox="1"/>
          <p:nvPr>
            <p:ph idx="4294967295" type="title"/>
          </p:nvPr>
        </p:nvSpPr>
        <p:spPr>
          <a:xfrm>
            <a:off x="770325" y="1757950"/>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200"/>
              <a:t>Mars</a:t>
            </a:r>
            <a:endParaRPr sz="2200"/>
          </a:p>
        </p:txBody>
      </p:sp>
      <p:sp>
        <p:nvSpPr>
          <p:cNvPr id="475" name="Google Shape;475;p42"/>
          <p:cNvSpPr txBox="1"/>
          <p:nvPr>
            <p:ph idx="4294967295" type="subTitle"/>
          </p:nvPr>
        </p:nvSpPr>
        <p:spPr>
          <a:xfrm>
            <a:off x="770325" y="2076270"/>
            <a:ext cx="21897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476" name="Google Shape;476;p42"/>
          <p:cNvSpPr/>
          <p:nvPr/>
        </p:nvSpPr>
        <p:spPr>
          <a:xfrm>
            <a:off x="3545150" y="1798400"/>
            <a:ext cx="2039700" cy="2039700"/>
          </a:xfrm>
          <a:prstGeom prst="ellipse">
            <a:avLst/>
          </a:prstGeom>
          <a:noFill/>
          <a:ln cap="flat" cmpd="sng" w="2857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accent4"/>
                </a:solidFill>
                <a:latin typeface="Londrina Solid"/>
                <a:ea typeface="Londrina Solid"/>
                <a:cs typeface="Londrina Solid"/>
                <a:sym typeface="Londrina Solid"/>
              </a:rPr>
              <a:t>I</a:t>
            </a:r>
            <a:r>
              <a:rPr lang="en" sz="2200">
                <a:solidFill>
                  <a:schemeClr val="accent4"/>
                </a:solidFill>
                <a:latin typeface="Londrina Solid"/>
                <a:ea typeface="Londrina Solid"/>
                <a:cs typeface="Londrina Solid"/>
                <a:sym typeface="Londrina Solid"/>
              </a:rPr>
              <a:t>nfographic</a:t>
            </a:r>
            <a:endParaRPr sz="2200">
              <a:solidFill>
                <a:schemeClr val="accent4"/>
              </a:solidFill>
              <a:latin typeface="Londrina Solid"/>
              <a:ea typeface="Londrina Solid"/>
              <a:cs typeface="Londrina Solid"/>
              <a:sym typeface="Londrina Solid"/>
            </a:endParaRPr>
          </a:p>
        </p:txBody>
      </p:sp>
      <p:sp>
        <p:nvSpPr>
          <p:cNvPr id="477" name="Google Shape;477;p42"/>
          <p:cNvSpPr/>
          <p:nvPr/>
        </p:nvSpPr>
        <p:spPr>
          <a:xfrm>
            <a:off x="3353868" y="3134246"/>
            <a:ext cx="744300" cy="744300"/>
          </a:xfrm>
          <a:prstGeom prst="ellipse">
            <a:avLst/>
          </a:prstGeom>
          <a:solidFill>
            <a:schemeClr val="accent6"/>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2"/>
          <p:cNvSpPr/>
          <p:nvPr/>
        </p:nvSpPr>
        <p:spPr>
          <a:xfrm>
            <a:off x="3346868" y="1757952"/>
            <a:ext cx="744300" cy="744300"/>
          </a:xfrm>
          <a:prstGeom prst="ellipse">
            <a:avLst/>
          </a:prstGeom>
          <a:solidFill>
            <a:schemeClr val="accent6"/>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2"/>
          <p:cNvSpPr/>
          <p:nvPr/>
        </p:nvSpPr>
        <p:spPr>
          <a:xfrm>
            <a:off x="5052818" y="3134246"/>
            <a:ext cx="744300" cy="744300"/>
          </a:xfrm>
          <a:prstGeom prst="ellipse">
            <a:avLst/>
          </a:prstGeom>
          <a:solidFill>
            <a:schemeClr val="accent6"/>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2"/>
          <p:cNvSpPr/>
          <p:nvPr/>
        </p:nvSpPr>
        <p:spPr>
          <a:xfrm>
            <a:off x="5045818" y="1757952"/>
            <a:ext cx="744300" cy="744300"/>
          </a:xfrm>
          <a:prstGeom prst="ellipse">
            <a:avLst/>
          </a:prstGeom>
          <a:solidFill>
            <a:schemeClr val="accent6"/>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42"/>
          <p:cNvGrpSpPr/>
          <p:nvPr/>
        </p:nvGrpSpPr>
        <p:grpSpPr>
          <a:xfrm>
            <a:off x="5253801" y="1960201"/>
            <a:ext cx="342328" cy="339793"/>
            <a:chOff x="-13966675" y="1639700"/>
            <a:chExt cx="354450" cy="351825"/>
          </a:xfrm>
        </p:grpSpPr>
        <p:sp>
          <p:nvSpPr>
            <p:cNvPr id="482" name="Google Shape;482;p4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42"/>
          <p:cNvGrpSpPr/>
          <p:nvPr/>
        </p:nvGrpSpPr>
        <p:grpSpPr>
          <a:xfrm>
            <a:off x="3548253" y="1959320"/>
            <a:ext cx="341555" cy="341579"/>
            <a:chOff x="-13529550" y="1639425"/>
            <a:chExt cx="353650" cy="353675"/>
          </a:xfrm>
        </p:grpSpPr>
        <p:sp>
          <p:nvSpPr>
            <p:cNvPr id="488" name="Google Shape;488;p4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2"/>
          <p:cNvGrpSpPr/>
          <p:nvPr/>
        </p:nvGrpSpPr>
        <p:grpSpPr>
          <a:xfrm>
            <a:off x="3549918" y="3334855"/>
            <a:ext cx="352227" cy="343100"/>
            <a:chOff x="-8684100" y="2032450"/>
            <a:chExt cx="364700" cy="355250"/>
          </a:xfrm>
        </p:grpSpPr>
        <p:sp>
          <p:nvSpPr>
            <p:cNvPr id="497" name="Google Shape;497;p4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2"/>
          <p:cNvGrpSpPr/>
          <p:nvPr/>
        </p:nvGrpSpPr>
        <p:grpSpPr>
          <a:xfrm>
            <a:off x="5247568" y="3335620"/>
            <a:ext cx="340807" cy="341579"/>
            <a:chOff x="-10896525" y="1663050"/>
            <a:chExt cx="352875" cy="353675"/>
          </a:xfrm>
        </p:grpSpPr>
        <p:sp>
          <p:nvSpPr>
            <p:cNvPr id="501" name="Google Shape;501;p4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 name="Shape 506"/>
        <p:cNvGrpSpPr/>
        <p:nvPr/>
      </p:nvGrpSpPr>
      <p:grpSpPr>
        <a:xfrm>
          <a:off x="0" y="0"/>
          <a:ext cx="0" cy="0"/>
          <a:chOff x="0" y="0"/>
          <a:chExt cx="0" cy="0"/>
        </a:xfrm>
      </p:grpSpPr>
      <p:sp>
        <p:nvSpPr>
          <p:cNvPr id="507" name="Google Shape;507;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508" name="Google Shape;508;p43"/>
          <p:cNvGraphicFramePr/>
          <p:nvPr/>
        </p:nvGraphicFramePr>
        <p:xfrm>
          <a:off x="715100" y="1518700"/>
          <a:ext cx="3000000" cy="3000000"/>
        </p:xfrm>
        <a:graphic>
          <a:graphicData uri="http://schemas.openxmlformats.org/drawingml/2006/table">
            <a:tbl>
              <a:tblPr>
                <a:noFill/>
                <a:tableStyleId>{51DCECAC-BBD8-4075-81FF-4BA1F07F7B94}</a:tableStyleId>
              </a:tblPr>
              <a:tblGrid>
                <a:gridCol w="2596050"/>
                <a:gridCol w="2596050"/>
                <a:gridCol w="2511900"/>
              </a:tblGrid>
              <a:tr h="544350">
                <a:tc>
                  <a:txBody>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Year</a:t>
                      </a:r>
                      <a:endParaRPr sz="2200">
                        <a:solidFill>
                          <a:schemeClr val="lt1"/>
                        </a:solidFill>
                        <a:latin typeface="Londrina Solid"/>
                        <a:ea typeface="Londrina Solid"/>
                        <a:cs typeface="Londrina Solid"/>
                        <a:sym typeface="Londrina Soli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Venus</a:t>
                      </a:r>
                      <a:endParaRPr sz="2200">
                        <a:solidFill>
                          <a:schemeClr val="lt1"/>
                        </a:solidFill>
                        <a:latin typeface="Londrina Solid"/>
                        <a:ea typeface="Londrina Solid"/>
                        <a:cs typeface="Londrina Solid"/>
                        <a:sym typeface="Londrina Soli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lt1"/>
                          </a:solidFill>
                          <a:latin typeface="Londrina Solid"/>
                          <a:ea typeface="Londrina Solid"/>
                          <a:cs typeface="Londrina Solid"/>
                          <a:sym typeface="Londrina Solid"/>
                        </a:rPr>
                        <a:t>Mars</a:t>
                      </a:r>
                      <a:endParaRPr sz="2200">
                        <a:solidFill>
                          <a:schemeClr val="lt1"/>
                        </a:solidFill>
                        <a:latin typeface="Londrina Solid"/>
                        <a:ea typeface="Londrina Solid"/>
                        <a:cs typeface="Londrina Solid"/>
                        <a:sym typeface="Londrina Soli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lt1"/>
                          </a:solidFill>
                          <a:latin typeface="Jost"/>
                          <a:ea typeface="Jost"/>
                          <a:cs typeface="Jost"/>
                          <a:sym typeface="Jost"/>
                        </a:rPr>
                        <a:t>20XX</a:t>
                      </a:r>
                      <a:endParaRPr b="1">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$0.30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$31.90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lt1"/>
                          </a:solidFill>
                          <a:latin typeface="Jost"/>
                          <a:ea typeface="Jost"/>
                          <a:cs typeface="Jost"/>
                          <a:sym typeface="Jost"/>
                        </a:rPr>
                        <a:t>20XX</a:t>
                      </a:r>
                      <a:endParaRPr b="1">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$3.90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$15.40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lt1"/>
                          </a:solidFill>
                          <a:latin typeface="Jost"/>
                          <a:ea typeface="Jost"/>
                          <a:cs typeface="Jost"/>
                          <a:sym typeface="Jost"/>
                        </a:rPr>
                        <a:t>20XX</a:t>
                      </a:r>
                      <a:endParaRPr b="1">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$157.30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$492.80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lt1"/>
                          </a:solidFill>
                          <a:latin typeface="Jost"/>
                          <a:ea typeface="Jost"/>
                          <a:cs typeface="Jost"/>
                          <a:sym typeface="Jost"/>
                        </a:rPr>
                        <a:t>20XX</a:t>
                      </a:r>
                      <a:endParaRPr b="1">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$3,368.20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Jost"/>
                          <a:ea typeface="Jost"/>
                          <a:cs typeface="Jost"/>
                          <a:sym typeface="Jost"/>
                        </a:rPr>
                        <a:t>$13,929.80</a:t>
                      </a:r>
                      <a:endParaRPr>
                        <a:solidFill>
                          <a:schemeClr val="lt1"/>
                        </a:solidFill>
                        <a:latin typeface="Jost"/>
                        <a:ea typeface="Jost"/>
                        <a:cs typeface="Jost"/>
                        <a:sym typeface="Jos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4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514" name="Google Shape;514;p44"/>
          <p:cNvSpPr txBox="1"/>
          <p:nvPr/>
        </p:nvSpPr>
        <p:spPr>
          <a:xfrm>
            <a:off x="1637888" y="3450194"/>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Londrina Solid"/>
                <a:ea typeface="Londrina Solid"/>
                <a:cs typeface="Londrina Solid"/>
                <a:sym typeface="Londrina Solid"/>
              </a:rPr>
              <a:t>Venus</a:t>
            </a:r>
            <a:endParaRPr sz="2200">
              <a:solidFill>
                <a:schemeClr val="lt1"/>
              </a:solidFill>
              <a:latin typeface="Londrina Solid"/>
              <a:ea typeface="Londrina Solid"/>
              <a:cs typeface="Londrina Solid"/>
              <a:sym typeface="Londrina Solid"/>
            </a:endParaRPr>
          </a:p>
        </p:txBody>
      </p:sp>
      <p:sp>
        <p:nvSpPr>
          <p:cNvPr id="515" name="Google Shape;515;p44"/>
          <p:cNvSpPr txBox="1"/>
          <p:nvPr/>
        </p:nvSpPr>
        <p:spPr>
          <a:xfrm>
            <a:off x="1637888" y="3783254"/>
            <a:ext cx="2305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t"/>
                <a:ea typeface="Jost"/>
                <a:cs typeface="Jost"/>
                <a:sym typeface="Jost"/>
              </a:rPr>
              <a:t>Despite being red, Mars is </a:t>
            </a:r>
            <a:r>
              <a:rPr lang="en">
                <a:solidFill>
                  <a:schemeClr val="lt1"/>
                </a:solidFill>
                <a:latin typeface="Jost"/>
                <a:ea typeface="Jost"/>
                <a:cs typeface="Jost"/>
                <a:sym typeface="Jost"/>
              </a:rPr>
              <a:t>actually</a:t>
            </a:r>
            <a:r>
              <a:rPr lang="en">
                <a:solidFill>
                  <a:schemeClr val="lt1"/>
                </a:solidFill>
                <a:latin typeface="Jost"/>
                <a:ea typeface="Jost"/>
                <a:cs typeface="Jost"/>
                <a:sym typeface="Jost"/>
              </a:rPr>
              <a:t> a cold place</a:t>
            </a:r>
            <a:endParaRPr>
              <a:solidFill>
                <a:schemeClr val="lt1"/>
              </a:solidFill>
              <a:latin typeface="Jost"/>
              <a:ea typeface="Jost"/>
              <a:cs typeface="Jost"/>
              <a:sym typeface="Jost"/>
            </a:endParaRPr>
          </a:p>
        </p:txBody>
      </p:sp>
      <p:sp>
        <p:nvSpPr>
          <p:cNvPr id="516" name="Google Shape;516;p44"/>
          <p:cNvSpPr txBox="1"/>
          <p:nvPr/>
        </p:nvSpPr>
        <p:spPr>
          <a:xfrm>
            <a:off x="5486763" y="3450194"/>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Londrina Solid"/>
                <a:ea typeface="Londrina Solid"/>
                <a:cs typeface="Londrina Solid"/>
                <a:sym typeface="Londrina Solid"/>
              </a:rPr>
              <a:t>Mercury</a:t>
            </a:r>
            <a:endParaRPr sz="2200">
              <a:solidFill>
                <a:schemeClr val="lt1"/>
              </a:solidFill>
              <a:latin typeface="Londrina Solid"/>
              <a:ea typeface="Londrina Solid"/>
              <a:cs typeface="Londrina Solid"/>
              <a:sym typeface="Londrina Solid"/>
            </a:endParaRPr>
          </a:p>
        </p:txBody>
      </p:sp>
      <p:sp>
        <p:nvSpPr>
          <p:cNvPr id="517" name="Google Shape;517;p44"/>
          <p:cNvSpPr txBox="1"/>
          <p:nvPr/>
        </p:nvSpPr>
        <p:spPr>
          <a:xfrm>
            <a:off x="5486763" y="3783204"/>
            <a:ext cx="2305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t"/>
                <a:ea typeface="Jost"/>
                <a:cs typeface="Jost"/>
                <a:sym typeface="Jost"/>
              </a:rPr>
              <a:t>Neptune is the farthest planet from the Sun</a:t>
            </a:r>
            <a:endParaRPr>
              <a:solidFill>
                <a:schemeClr val="lt1"/>
              </a:solidFill>
              <a:latin typeface="Jost"/>
              <a:ea typeface="Jost"/>
              <a:cs typeface="Jost"/>
              <a:sym typeface="Jost"/>
            </a:endParaRPr>
          </a:p>
        </p:txBody>
      </p:sp>
      <p:sp>
        <p:nvSpPr>
          <p:cNvPr id="518" name="Google Shape;518;p44"/>
          <p:cNvSpPr txBox="1"/>
          <p:nvPr>
            <p:ph idx="4294967295" type="subTitle"/>
          </p:nvPr>
        </p:nvSpPr>
        <p:spPr>
          <a:xfrm>
            <a:off x="720000" y="4337450"/>
            <a:ext cx="7704000" cy="362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sp>
        <p:nvSpPr>
          <p:cNvPr id="519" name="Google Shape;519;p44"/>
          <p:cNvSpPr/>
          <p:nvPr/>
        </p:nvSpPr>
        <p:spPr>
          <a:xfrm>
            <a:off x="1351725" y="3496994"/>
            <a:ext cx="286200" cy="286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Jost"/>
              <a:ea typeface="Jost"/>
              <a:cs typeface="Jost"/>
              <a:sym typeface="Jost"/>
            </a:endParaRPr>
          </a:p>
        </p:txBody>
      </p:sp>
      <p:sp>
        <p:nvSpPr>
          <p:cNvPr id="520" name="Google Shape;520;p44"/>
          <p:cNvSpPr/>
          <p:nvPr/>
        </p:nvSpPr>
        <p:spPr>
          <a:xfrm>
            <a:off x="5200575" y="3496994"/>
            <a:ext cx="286200" cy="28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Jost"/>
              <a:ea typeface="Jost"/>
              <a:cs typeface="Jost"/>
              <a:sym typeface="Jost"/>
            </a:endParaRPr>
          </a:p>
        </p:txBody>
      </p:sp>
      <p:pic>
        <p:nvPicPr>
          <p:cNvPr id="521" name="Google Shape;521;p44" title="Chart">
            <a:hlinkClick r:id="rId4"/>
          </p:cNvPr>
          <p:cNvPicPr preferRelativeResize="0"/>
          <p:nvPr/>
        </p:nvPicPr>
        <p:blipFill>
          <a:blip r:embed="rId5">
            <a:alphaModFix/>
          </a:blip>
          <a:stretch>
            <a:fillRect/>
          </a:stretch>
        </p:blipFill>
        <p:spPr>
          <a:xfrm>
            <a:off x="2851513" y="1193525"/>
            <a:ext cx="3440973" cy="2127668"/>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45"/>
          <p:cNvSpPr txBox="1"/>
          <p:nvPr>
            <p:ph type="title"/>
          </p:nvPr>
        </p:nvSpPr>
        <p:spPr>
          <a:xfrm>
            <a:off x="1284000" y="1952850"/>
            <a:ext cx="6576000" cy="79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527" name="Google Shape;527;p45"/>
          <p:cNvSpPr txBox="1"/>
          <p:nvPr>
            <p:ph idx="1" type="subTitle"/>
          </p:nvPr>
        </p:nvSpPr>
        <p:spPr>
          <a:xfrm>
            <a:off x="1284000" y="2816250"/>
            <a:ext cx="65760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528" name="Google Shape;528;p45"/>
          <p:cNvPicPr preferRelativeResize="0"/>
          <p:nvPr/>
        </p:nvPicPr>
        <p:blipFill>
          <a:blip r:embed="rId3">
            <a:alphaModFix/>
          </a:blip>
          <a:stretch>
            <a:fillRect/>
          </a:stretch>
        </p:blipFill>
        <p:spPr>
          <a:xfrm>
            <a:off x="3476313" y="37525"/>
            <a:ext cx="2191375" cy="1003950"/>
          </a:xfrm>
          <a:prstGeom prst="rect">
            <a:avLst/>
          </a:prstGeom>
          <a:noFill/>
          <a:ln>
            <a:noFill/>
          </a:ln>
        </p:spPr>
      </p:pic>
      <p:pic>
        <p:nvPicPr>
          <p:cNvPr id="529" name="Google Shape;529;p45"/>
          <p:cNvPicPr preferRelativeResize="0"/>
          <p:nvPr/>
        </p:nvPicPr>
        <p:blipFill>
          <a:blip r:embed="rId4">
            <a:alphaModFix/>
          </a:blip>
          <a:stretch>
            <a:fillRect/>
          </a:stretch>
        </p:blipFill>
        <p:spPr>
          <a:xfrm flipH="1">
            <a:off x="7247151" y="2478434"/>
            <a:ext cx="2903974" cy="2495998"/>
          </a:xfrm>
          <a:prstGeom prst="rect">
            <a:avLst/>
          </a:prstGeom>
          <a:noFill/>
          <a:ln>
            <a:noFill/>
          </a:ln>
        </p:spPr>
      </p:pic>
      <p:pic>
        <p:nvPicPr>
          <p:cNvPr id="530" name="Google Shape;530;p45"/>
          <p:cNvPicPr preferRelativeResize="0"/>
          <p:nvPr/>
        </p:nvPicPr>
        <p:blipFill>
          <a:blip r:embed="rId5">
            <a:alphaModFix/>
          </a:blip>
          <a:stretch>
            <a:fillRect/>
          </a:stretch>
        </p:blipFill>
        <p:spPr>
          <a:xfrm>
            <a:off x="-1367700" y="1185233"/>
            <a:ext cx="3131900" cy="218072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46"/>
          <p:cNvSpPr txBox="1"/>
          <p:nvPr>
            <p:ph type="title"/>
          </p:nvPr>
        </p:nvSpPr>
        <p:spPr>
          <a:xfrm>
            <a:off x="1848000" y="1042712"/>
            <a:ext cx="54480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536" name="Google Shape;536;p46"/>
          <p:cNvSpPr txBox="1"/>
          <p:nvPr>
            <p:ph idx="1" type="subTitle"/>
          </p:nvPr>
        </p:nvSpPr>
        <p:spPr>
          <a:xfrm>
            <a:off x="1848000" y="1797587"/>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537" name="Google Shape;537;p46"/>
          <p:cNvSpPr txBox="1"/>
          <p:nvPr>
            <p:ph idx="2" type="title"/>
          </p:nvPr>
        </p:nvSpPr>
        <p:spPr>
          <a:xfrm>
            <a:off x="1848000" y="2816891"/>
            <a:ext cx="54480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538" name="Google Shape;538;p46"/>
          <p:cNvSpPr txBox="1"/>
          <p:nvPr>
            <p:ph idx="3" type="subTitle"/>
          </p:nvPr>
        </p:nvSpPr>
        <p:spPr>
          <a:xfrm>
            <a:off x="1848000" y="3571688"/>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pic>
        <p:nvPicPr>
          <p:cNvPr id="539" name="Google Shape;539;p46"/>
          <p:cNvPicPr preferRelativeResize="0"/>
          <p:nvPr/>
        </p:nvPicPr>
        <p:blipFill>
          <a:blip r:embed="rId3">
            <a:alphaModFix/>
          </a:blip>
          <a:stretch>
            <a:fillRect/>
          </a:stretch>
        </p:blipFill>
        <p:spPr>
          <a:xfrm>
            <a:off x="311101" y="2999600"/>
            <a:ext cx="1622751" cy="1968024"/>
          </a:xfrm>
          <a:prstGeom prst="rect">
            <a:avLst/>
          </a:prstGeom>
          <a:noFill/>
          <a:ln>
            <a:noFill/>
          </a:ln>
        </p:spPr>
      </p:pic>
      <p:pic>
        <p:nvPicPr>
          <p:cNvPr id="540" name="Google Shape;540;p46"/>
          <p:cNvPicPr preferRelativeResize="0"/>
          <p:nvPr/>
        </p:nvPicPr>
        <p:blipFill>
          <a:blip r:embed="rId4">
            <a:alphaModFix/>
          </a:blip>
          <a:stretch>
            <a:fillRect/>
          </a:stretch>
        </p:blipFill>
        <p:spPr>
          <a:xfrm>
            <a:off x="7339413" y="-1"/>
            <a:ext cx="2269925" cy="1342400"/>
          </a:xfrm>
          <a:prstGeom prst="rect">
            <a:avLst/>
          </a:prstGeom>
          <a:noFill/>
          <a:ln>
            <a:noFill/>
          </a:ln>
        </p:spPr>
      </p:pic>
      <p:pic>
        <p:nvPicPr>
          <p:cNvPr id="541" name="Google Shape;541;p46"/>
          <p:cNvPicPr preferRelativeResize="0"/>
          <p:nvPr/>
        </p:nvPicPr>
        <p:blipFill>
          <a:blip r:embed="rId5">
            <a:alphaModFix/>
          </a:blip>
          <a:stretch>
            <a:fillRect/>
          </a:stretch>
        </p:blipFill>
        <p:spPr>
          <a:xfrm>
            <a:off x="6809176" y="4192218"/>
            <a:ext cx="896775" cy="858332"/>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7"/>
          <p:cNvSpPr txBox="1"/>
          <p:nvPr>
            <p:ph type="title"/>
          </p:nvPr>
        </p:nvSpPr>
        <p:spPr>
          <a:xfrm>
            <a:off x="2347950" y="540000"/>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47" name="Google Shape;547;p47"/>
          <p:cNvSpPr txBox="1"/>
          <p:nvPr>
            <p:ph idx="1" type="subTitle"/>
          </p:nvPr>
        </p:nvSpPr>
        <p:spPr>
          <a:xfrm>
            <a:off x="2347950" y="1771800"/>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latin typeface="Londrina Solid"/>
                <a:ea typeface="Londrina Solid"/>
                <a:cs typeface="Londrina Solid"/>
                <a:sym typeface="Londrina Solid"/>
              </a:rPr>
              <a:t>Do you have any questions?</a:t>
            </a:r>
            <a:endParaRPr sz="2200">
              <a:latin typeface="Londrina Solid"/>
              <a:ea typeface="Londrina Solid"/>
              <a:cs typeface="Londrina Solid"/>
              <a:sym typeface="Londrina Solid"/>
            </a:endParaRPr>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48" name="Google Shape;548;p47"/>
          <p:cNvSpPr txBox="1"/>
          <p:nvPr/>
        </p:nvSpPr>
        <p:spPr>
          <a:xfrm>
            <a:off x="2467075"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Jost"/>
                <a:ea typeface="Jost"/>
                <a:cs typeface="Jost"/>
                <a:sym typeface="Jost"/>
              </a:rPr>
              <a:t>Please keep this slide for attribution</a:t>
            </a:r>
            <a:endParaRPr sz="1200">
              <a:solidFill>
                <a:schemeClr val="lt1"/>
              </a:solidFill>
              <a:latin typeface="Jost"/>
              <a:ea typeface="Jost"/>
              <a:cs typeface="Jost"/>
              <a:sym typeface="Jost"/>
            </a:endParaRPr>
          </a:p>
        </p:txBody>
      </p:sp>
      <p:pic>
        <p:nvPicPr>
          <p:cNvPr id="549" name="Google Shape;549;p47"/>
          <p:cNvPicPr preferRelativeResize="0"/>
          <p:nvPr/>
        </p:nvPicPr>
        <p:blipFill>
          <a:blip r:embed="rId3">
            <a:alphaModFix/>
          </a:blip>
          <a:stretch>
            <a:fillRect/>
          </a:stretch>
        </p:blipFill>
        <p:spPr>
          <a:xfrm flipH="1" rot="-3601463">
            <a:off x="123378" y="4100861"/>
            <a:ext cx="1256819" cy="1095549"/>
          </a:xfrm>
          <a:prstGeom prst="rect">
            <a:avLst/>
          </a:prstGeom>
          <a:noFill/>
          <a:ln>
            <a:noFill/>
          </a:ln>
        </p:spPr>
      </p:pic>
      <p:pic>
        <p:nvPicPr>
          <p:cNvPr id="550" name="Google Shape;550;p47"/>
          <p:cNvPicPr preferRelativeResize="0"/>
          <p:nvPr/>
        </p:nvPicPr>
        <p:blipFill>
          <a:blip r:embed="rId4">
            <a:alphaModFix/>
          </a:blip>
          <a:stretch>
            <a:fillRect/>
          </a:stretch>
        </p:blipFill>
        <p:spPr>
          <a:xfrm rot="1983259">
            <a:off x="7815823" y="4023647"/>
            <a:ext cx="1098654" cy="1317006"/>
          </a:xfrm>
          <a:prstGeom prst="rect">
            <a:avLst/>
          </a:prstGeom>
          <a:noFill/>
          <a:ln>
            <a:noFill/>
          </a:ln>
        </p:spPr>
      </p:pic>
      <p:sp>
        <p:nvSpPr>
          <p:cNvPr id="551" name="Google Shape;551;p47"/>
          <p:cNvSpPr/>
          <p:nvPr/>
        </p:nvSpPr>
        <p:spPr>
          <a:xfrm>
            <a:off x="3847736" y="324610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552" name="Google Shape;552;p47"/>
          <p:cNvGrpSpPr/>
          <p:nvPr/>
        </p:nvGrpSpPr>
        <p:grpSpPr>
          <a:xfrm>
            <a:off x="4368276" y="3246040"/>
            <a:ext cx="407432" cy="407391"/>
            <a:chOff x="812101" y="2571761"/>
            <a:chExt cx="417066" cy="417024"/>
          </a:xfrm>
        </p:grpSpPr>
        <p:sp>
          <p:nvSpPr>
            <p:cNvPr id="553" name="Google Shape;553;p4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54" name="Google Shape;554;p4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55" name="Google Shape;555;p4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56" name="Google Shape;556;p4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557" name="Google Shape;557;p47"/>
          <p:cNvGrpSpPr/>
          <p:nvPr/>
        </p:nvGrpSpPr>
        <p:grpSpPr>
          <a:xfrm>
            <a:off x="4888870" y="3246040"/>
            <a:ext cx="407391" cy="407391"/>
            <a:chOff x="1323129" y="2571761"/>
            <a:chExt cx="417024" cy="417024"/>
          </a:xfrm>
        </p:grpSpPr>
        <p:sp>
          <p:nvSpPr>
            <p:cNvPr id="558" name="Google Shape;558;p4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59" name="Google Shape;559;p4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60" name="Google Shape;560;p4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61" name="Google Shape;561;p4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pic>
        <p:nvPicPr>
          <p:cNvPr id="562" name="Google Shape;562;p47"/>
          <p:cNvPicPr preferRelativeResize="0"/>
          <p:nvPr/>
        </p:nvPicPr>
        <p:blipFill>
          <a:blip r:embed="rId5">
            <a:alphaModFix/>
          </a:blip>
          <a:stretch>
            <a:fillRect/>
          </a:stretch>
        </p:blipFill>
        <p:spPr>
          <a:xfrm>
            <a:off x="-433037" y="266600"/>
            <a:ext cx="2067735" cy="16360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48"/>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568" name="Google Shape;568;p48"/>
          <p:cNvSpPr txBox="1"/>
          <p:nvPr>
            <p:ph idx="1" type="subTitle"/>
          </p:nvPr>
        </p:nvSpPr>
        <p:spPr>
          <a:xfrm>
            <a:off x="713225" y="1152475"/>
            <a:ext cx="7704000" cy="105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rPr lang="en" sz="2200">
                <a:latin typeface="Londrina Solid"/>
                <a:ea typeface="Londrina Solid"/>
                <a:cs typeface="Londrina Solid"/>
                <a:sym typeface="Londrina Solid"/>
              </a:rPr>
              <a:t>Illustrations:</a:t>
            </a:r>
            <a:endParaRPr sz="2200">
              <a:latin typeface="Londrina Solid"/>
              <a:ea typeface="Londrina Solid"/>
              <a:cs typeface="Londrina Solid"/>
              <a:sym typeface="Londrina Solid"/>
            </a:endParaRPr>
          </a:p>
          <a:p>
            <a:pPr indent="-317500" lvl="0" marL="457200" rtl="0" algn="l">
              <a:spcBef>
                <a:spcPts val="0"/>
              </a:spcBef>
              <a:spcAft>
                <a:spcPts val="0"/>
              </a:spcAft>
              <a:buSzPts val="1400"/>
              <a:buChar char="●"/>
            </a:pPr>
            <a:r>
              <a:rPr lang="en" u="sng">
                <a:hlinkClick r:id="rId3"/>
              </a:rPr>
              <a:t>Flat design baby shower landing page template</a:t>
            </a:r>
            <a:endParaRPr/>
          </a:p>
          <a:p>
            <a:pPr indent="0" lvl="0" marL="0" rtl="0" algn="l">
              <a:spcBef>
                <a:spcPts val="0"/>
              </a:spcBef>
              <a:spcAft>
                <a:spcPts val="0"/>
              </a:spcAft>
              <a:buNone/>
            </a:pPr>
            <a:r>
              <a:t/>
            </a:r>
            <a:endParaRPr/>
          </a:p>
        </p:txBody>
      </p:sp>
      <p:pic>
        <p:nvPicPr>
          <p:cNvPr id="569" name="Google Shape;569;p48"/>
          <p:cNvPicPr preferRelativeResize="0"/>
          <p:nvPr/>
        </p:nvPicPr>
        <p:blipFill>
          <a:blip r:embed="rId4">
            <a:alphaModFix/>
          </a:blip>
          <a:stretch>
            <a:fillRect/>
          </a:stretch>
        </p:blipFill>
        <p:spPr>
          <a:xfrm>
            <a:off x="932938" y="2414624"/>
            <a:ext cx="1248800" cy="1997027"/>
          </a:xfrm>
          <a:prstGeom prst="rect">
            <a:avLst/>
          </a:prstGeom>
          <a:noFill/>
          <a:ln>
            <a:noFill/>
          </a:ln>
        </p:spPr>
      </p:pic>
      <p:pic>
        <p:nvPicPr>
          <p:cNvPr id="570" name="Google Shape;570;p48"/>
          <p:cNvPicPr preferRelativeResize="0"/>
          <p:nvPr/>
        </p:nvPicPr>
        <p:blipFill>
          <a:blip r:embed="rId5">
            <a:alphaModFix/>
          </a:blip>
          <a:stretch>
            <a:fillRect/>
          </a:stretch>
        </p:blipFill>
        <p:spPr>
          <a:xfrm>
            <a:off x="2506613" y="2875050"/>
            <a:ext cx="1760600" cy="1011025"/>
          </a:xfrm>
          <a:prstGeom prst="rect">
            <a:avLst/>
          </a:prstGeom>
          <a:noFill/>
          <a:ln>
            <a:noFill/>
          </a:ln>
        </p:spPr>
      </p:pic>
      <p:pic>
        <p:nvPicPr>
          <p:cNvPr id="571" name="Google Shape;571;p48"/>
          <p:cNvPicPr preferRelativeResize="0"/>
          <p:nvPr/>
        </p:nvPicPr>
        <p:blipFill>
          <a:blip r:embed="rId6">
            <a:alphaModFix/>
          </a:blip>
          <a:stretch>
            <a:fillRect/>
          </a:stretch>
        </p:blipFill>
        <p:spPr>
          <a:xfrm>
            <a:off x="4622102" y="2520200"/>
            <a:ext cx="1760609" cy="1720725"/>
          </a:xfrm>
          <a:prstGeom prst="rect">
            <a:avLst/>
          </a:prstGeom>
          <a:noFill/>
          <a:ln>
            <a:noFill/>
          </a:ln>
        </p:spPr>
      </p:pic>
      <p:pic>
        <p:nvPicPr>
          <p:cNvPr id="572" name="Google Shape;572;p48"/>
          <p:cNvPicPr preferRelativeResize="0"/>
          <p:nvPr/>
        </p:nvPicPr>
        <p:blipFill>
          <a:blip r:embed="rId7">
            <a:alphaModFix/>
          </a:blip>
          <a:stretch>
            <a:fillRect/>
          </a:stretch>
        </p:blipFill>
        <p:spPr>
          <a:xfrm>
            <a:off x="6826813" y="2720162"/>
            <a:ext cx="1370700" cy="13208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sp>
        <p:nvSpPr>
          <p:cNvPr id="577" name="Google Shape;577;p49"/>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78" name="Google Shape;578;p49"/>
          <p:cNvSpPr txBox="1"/>
          <p:nvPr>
            <p:ph idx="1" type="subTitle"/>
          </p:nvPr>
        </p:nvSpPr>
        <p:spPr>
          <a:xfrm>
            <a:off x="715100" y="1152475"/>
            <a:ext cx="7704000" cy="29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0"/>
              </a:spcBef>
              <a:spcAft>
                <a:spcPts val="0"/>
              </a:spcAft>
              <a:buNone/>
            </a:pPr>
            <a:r>
              <a:rPr lang="en" sz="2200">
                <a:latin typeface="Londrina Solid"/>
                <a:ea typeface="Londrina Solid"/>
                <a:cs typeface="Londrina Solid"/>
                <a:sym typeface="Londrina Solid"/>
              </a:rPr>
              <a:t>Illustrations:</a:t>
            </a:r>
            <a:endParaRPr sz="2200">
              <a:latin typeface="Londrina Solid"/>
              <a:ea typeface="Londrina Solid"/>
              <a:cs typeface="Londrina Solid"/>
              <a:sym typeface="Londrina Solid"/>
            </a:endParaRPr>
          </a:p>
          <a:p>
            <a:pPr indent="-317500" lvl="0" marL="457200" rtl="0" algn="l">
              <a:spcBef>
                <a:spcPts val="0"/>
              </a:spcBef>
              <a:spcAft>
                <a:spcPts val="0"/>
              </a:spcAft>
              <a:buSzPts val="1400"/>
              <a:buChar char="●"/>
            </a:pPr>
            <a:r>
              <a:rPr lang="en" u="sng">
                <a:hlinkClick r:id="rId3"/>
              </a:rPr>
              <a:t>Flat design baby shower landing page template</a:t>
            </a:r>
            <a:endParaRPr/>
          </a:p>
          <a:p>
            <a:pPr indent="-317500" lvl="0" marL="457200" rtl="0" algn="l">
              <a:spcBef>
                <a:spcPts val="0"/>
              </a:spcBef>
              <a:spcAft>
                <a:spcPts val="0"/>
              </a:spcAft>
              <a:buSzPts val="1400"/>
              <a:buChar char="●"/>
            </a:pPr>
            <a:r>
              <a:rPr lang="en" u="sng">
                <a:hlinkClick r:id="rId4"/>
              </a:rPr>
              <a:t>Flat design baby shower instagram posts</a:t>
            </a:r>
            <a:endParaRPr/>
          </a:p>
          <a:p>
            <a:pPr indent="-317500" lvl="0" marL="457200" rtl="0" algn="l">
              <a:spcBef>
                <a:spcPts val="0"/>
              </a:spcBef>
              <a:spcAft>
                <a:spcPts val="0"/>
              </a:spcAft>
              <a:buSzPts val="1400"/>
              <a:buChar char="●"/>
            </a:pPr>
            <a:r>
              <a:rPr lang="en" u="sng">
                <a:hlinkClick r:id="rId5"/>
              </a:rPr>
              <a:t>Flat design baby shower poster template</a:t>
            </a:r>
            <a:endParaRPr/>
          </a:p>
          <a:p>
            <a:pPr indent="-317500" lvl="0" marL="457200" rtl="0" algn="l">
              <a:spcBef>
                <a:spcPts val="0"/>
              </a:spcBef>
              <a:spcAft>
                <a:spcPts val="0"/>
              </a:spcAft>
              <a:buSzPts val="1400"/>
              <a:buChar char="●"/>
            </a:pPr>
            <a:r>
              <a:rPr lang="en" u="sng">
                <a:hlinkClick r:id="rId6"/>
              </a:rPr>
              <a:t>Flat design baby shower facebook template</a:t>
            </a:r>
            <a:endParaRPr/>
          </a:p>
          <a:p>
            <a:pPr indent="0" lvl="0" marL="0" rtl="0" algn="l">
              <a:spcBef>
                <a:spcPts val="0"/>
              </a:spcBef>
              <a:spcAft>
                <a:spcPts val="0"/>
              </a:spcAft>
              <a:buNone/>
            </a:pPr>
            <a:r>
              <a:rPr lang="en" sz="2200">
                <a:latin typeface="Londrina Solid"/>
                <a:ea typeface="Londrina Solid"/>
                <a:cs typeface="Londrina Solid"/>
                <a:sym typeface="Londrina Solid"/>
              </a:rPr>
              <a:t>Photos:</a:t>
            </a:r>
            <a:endParaRPr sz="2200">
              <a:latin typeface="Londrina Solid"/>
              <a:ea typeface="Londrina Solid"/>
              <a:cs typeface="Londrina Solid"/>
              <a:sym typeface="Londrina Solid"/>
            </a:endParaRPr>
          </a:p>
          <a:p>
            <a:pPr indent="-317500" lvl="0" marL="457200" rtl="0" algn="l">
              <a:spcBef>
                <a:spcPts val="0"/>
              </a:spcBef>
              <a:spcAft>
                <a:spcPts val="0"/>
              </a:spcAft>
              <a:buSzPts val="1400"/>
              <a:buChar char="●"/>
            </a:pPr>
            <a:r>
              <a:rPr lang="en" u="sng">
                <a:hlinkClick r:id="rId7"/>
              </a:rPr>
              <a:t>Medium shot kids coloring at table</a:t>
            </a:r>
            <a:endParaRPr/>
          </a:p>
          <a:p>
            <a:pPr indent="-317500" lvl="0" marL="457200" rtl="0" algn="l">
              <a:spcBef>
                <a:spcPts val="0"/>
              </a:spcBef>
              <a:spcAft>
                <a:spcPts val="0"/>
              </a:spcAft>
              <a:buSzPts val="1400"/>
              <a:buChar char="●"/>
            </a:pPr>
            <a:r>
              <a:rPr lang="en" u="sng">
                <a:hlinkClick r:id="rId8"/>
              </a:rPr>
              <a:t>Full shot kids sitting together at table</a:t>
            </a:r>
            <a:endParaRPr/>
          </a:p>
        </p:txBody>
      </p:sp>
      <p:pic>
        <p:nvPicPr>
          <p:cNvPr id="579" name="Google Shape;579;p49"/>
          <p:cNvPicPr preferRelativeResize="0"/>
          <p:nvPr/>
        </p:nvPicPr>
        <p:blipFill>
          <a:blip r:embed="rId9">
            <a:alphaModFix/>
          </a:blip>
          <a:stretch>
            <a:fillRect/>
          </a:stretch>
        </p:blipFill>
        <p:spPr>
          <a:xfrm rot="1983249">
            <a:off x="8094857" y="3930944"/>
            <a:ext cx="1251384" cy="1500087"/>
          </a:xfrm>
          <a:prstGeom prst="rect">
            <a:avLst/>
          </a:prstGeom>
          <a:noFill/>
          <a:ln>
            <a:noFill/>
          </a:ln>
        </p:spPr>
      </p:pic>
      <p:pic>
        <p:nvPicPr>
          <p:cNvPr id="580" name="Google Shape;580;p49"/>
          <p:cNvPicPr preferRelativeResize="0"/>
          <p:nvPr/>
        </p:nvPicPr>
        <p:blipFill>
          <a:blip r:embed="rId10">
            <a:alphaModFix/>
          </a:blip>
          <a:stretch>
            <a:fillRect/>
          </a:stretch>
        </p:blipFill>
        <p:spPr>
          <a:xfrm flipH="1" rot="-3448301">
            <a:off x="-389259" y="4278761"/>
            <a:ext cx="1256818" cy="1095549"/>
          </a:xfrm>
          <a:prstGeom prst="rect">
            <a:avLst/>
          </a:prstGeom>
          <a:noFill/>
          <a:ln>
            <a:noFill/>
          </a:ln>
        </p:spPr>
      </p:pic>
      <p:pic>
        <p:nvPicPr>
          <p:cNvPr id="581" name="Google Shape;581;p49"/>
          <p:cNvPicPr preferRelativeResize="0"/>
          <p:nvPr/>
        </p:nvPicPr>
        <p:blipFill>
          <a:blip r:embed="rId11">
            <a:alphaModFix/>
          </a:blip>
          <a:stretch>
            <a:fillRect/>
          </a:stretch>
        </p:blipFill>
        <p:spPr>
          <a:xfrm>
            <a:off x="12" y="-1"/>
            <a:ext cx="927125" cy="887350"/>
          </a:xfrm>
          <a:prstGeom prst="rect">
            <a:avLst/>
          </a:prstGeom>
          <a:noFill/>
          <a:ln>
            <a:noFill/>
          </a:ln>
        </p:spPr>
      </p:pic>
      <p:pic>
        <p:nvPicPr>
          <p:cNvPr id="582" name="Google Shape;582;p49"/>
          <p:cNvPicPr preferRelativeResize="0"/>
          <p:nvPr/>
        </p:nvPicPr>
        <p:blipFill>
          <a:blip r:embed="rId12">
            <a:alphaModFix/>
          </a:blip>
          <a:stretch>
            <a:fillRect/>
          </a:stretch>
        </p:blipFill>
        <p:spPr>
          <a:xfrm flipH="1" rot="10372152">
            <a:off x="8341294" y="-250033"/>
            <a:ext cx="852613" cy="1170916"/>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6" name="Shape 586"/>
        <p:cNvGrpSpPr/>
        <p:nvPr/>
      </p:nvGrpSpPr>
      <p:grpSpPr>
        <a:xfrm>
          <a:off x="0" y="0"/>
          <a:ext cx="0" cy="0"/>
          <a:chOff x="0" y="0"/>
          <a:chExt cx="0" cy="0"/>
        </a:xfrm>
      </p:grpSpPr>
      <p:sp>
        <p:nvSpPr>
          <p:cNvPr id="587" name="Google Shape;587;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88" name="Google Shape;588;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2" name="Shape 592"/>
        <p:cNvGrpSpPr/>
        <p:nvPr/>
      </p:nvGrpSpPr>
      <p:grpSpPr>
        <a:xfrm>
          <a:off x="0" y="0"/>
          <a:ext cx="0" cy="0"/>
          <a:chOff x="0" y="0"/>
          <a:chExt cx="0" cy="0"/>
        </a:xfrm>
      </p:grpSpPr>
      <p:sp>
        <p:nvSpPr>
          <p:cNvPr id="593" name="Google Shape;593;p51"/>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94" name="Google Shape;594;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8" name="Shape 598"/>
        <p:cNvGrpSpPr/>
        <p:nvPr/>
      </p:nvGrpSpPr>
      <p:grpSpPr>
        <a:xfrm>
          <a:off x="0" y="0"/>
          <a:ext cx="0" cy="0"/>
          <a:chOff x="0" y="0"/>
          <a:chExt cx="0" cy="0"/>
        </a:xfrm>
      </p:grpSpPr>
      <p:sp>
        <p:nvSpPr>
          <p:cNvPr id="599" name="Google Shape;599;p52"/>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Londrina Solid</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https://fonts.google.com/specimen/Londrina+Solid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Jost</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https://fonts.google.com/specimen/Jost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600" name="Google Shape;600;p52"/>
          <p:cNvSpPr/>
          <p:nvPr/>
        </p:nvSpPr>
        <p:spPr>
          <a:xfrm>
            <a:off x="2068413"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2"/>
          <p:cNvSpPr/>
          <p:nvPr/>
        </p:nvSpPr>
        <p:spPr>
          <a:xfrm>
            <a:off x="5222510" y="2988225"/>
            <a:ext cx="791400" cy="754200"/>
          </a:xfrm>
          <a:prstGeom prst="roundRect">
            <a:avLst>
              <a:gd fmla="val 16667" name="adj"/>
            </a:avLst>
          </a:prstGeom>
          <a:solidFill>
            <a:srgbClr val="3965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2"/>
          <p:cNvSpPr/>
          <p:nvPr/>
        </p:nvSpPr>
        <p:spPr>
          <a:xfrm>
            <a:off x="6245538" y="2988225"/>
            <a:ext cx="791400" cy="754200"/>
          </a:xfrm>
          <a:prstGeom prst="roundRect">
            <a:avLst>
              <a:gd fmla="val 16667" name="adj"/>
            </a:avLst>
          </a:prstGeom>
          <a:solidFill>
            <a:srgbClr val="C9DB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2"/>
          <p:cNvSpPr txBox="1"/>
          <p:nvPr/>
        </p:nvSpPr>
        <p:spPr>
          <a:xfrm>
            <a:off x="20684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604" name="Google Shape;604;p52"/>
          <p:cNvSpPr txBox="1"/>
          <p:nvPr/>
        </p:nvSpPr>
        <p:spPr>
          <a:xfrm>
            <a:off x="522251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#396552</a:t>
            </a:r>
            <a:endParaRPr sz="1000">
              <a:solidFill>
                <a:srgbClr val="FFFFFF"/>
              </a:solidFill>
            </a:endParaRPr>
          </a:p>
        </p:txBody>
      </p:sp>
      <p:sp>
        <p:nvSpPr>
          <p:cNvPr id="605" name="Google Shape;605;p52"/>
          <p:cNvSpPr txBox="1"/>
          <p:nvPr/>
        </p:nvSpPr>
        <p:spPr>
          <a:xfrm>
            <a:off x="62455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#c9db8d</a:t>
            </a:r>
            <a:endParaRPr sz="1000">
              <a:solidFill>
                <a:schemeClr val="dk1"/>
              </a:solidFill>
            </a:endParaRPr>
          </a:p>
        </p:txBody>
      </p:sp>
      <p:sp>
        <p:nvSpPr>
          <p:cNvPr id="606" name="Google Shape;606;p52"/>
          <p:cNvSpPr/>
          <p:nvPr/>
        </p:nvSpPr>
        <p:spPr>
          <a:xfrm>
            <a:off x="2068413" y="3919325"/>
            <a:ext cx="791400" cy="754200"/>
          </a:xfrm>
          <a:prstGeom prst="roundRect">
            <a:avLst>
              <a:gd fmla="val 16667" name="adj"/>
            </a:avLst>
          </a:prstGeom>
          <a:solidFill>
            <a:srgbClr val="E2B1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2"/>
          <p:cNvSpPr txBox="1"/>
          <p:nvPr/>
        </p:nvSpPr>
        <p:spPr>
          <a:xfrm>
            <a:off x="20684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#e2b142</a:t>
            </a:r>
            <a:endParaRPr sz="1000">
              <a:solidFill>
                <a:schemeClr val="dk1"/>
              </a:solidFill>
            </a:endParaRPr>
          </a:p>
        </p:txBody>
      </p:sp>
      <p:sp>
        <p:nvSpPr>
          <p:cNvPr id="608" name="Google Shape;608;p52"/>
          <p:cNvSpPr/>
          <p:nvPr/>
        </p:nvSpPr>
        <p:spPr>
          <a:xfrm>
            <a:off x="4160688" y="3919325"/>
            <a:ext cx="791400" cy="754200"/>
          </a:xfrm>
          <a:prstGeom prst="roundRect">
            <a:avLst>
              <a:gd fmla="val 16667" name="adj"/>
            </a:avLst>
          </a:prstGeom>
          <a:solidFill>
            <a:srgbClr val="E9A38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2"/>
          <p:cNvSpPr/>
          <p:nvPr/>
        </p:nvSpPr>
        <p:spPr>
          <a:xfrm>
            <a:off x="5222510" y="3919325"/>
            <a:ext cx="791400" cy="754200"/>
          </a:xfrm>
          <a:prstGeom prst="roundRect">
            <a:avLst>
              <a:gd fmla="val 16667" name="adj"/>
            </a:avLst>
          </a:prstGeom>
          <a:solidFill>
            <a:srgbClr val="DEA5D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2"/>
          <p:cNvSpPr/>
          <p:nvPr/>
        </p:nvSpPr>
        <p:spPr>
          <a:xfrm>
            <a:off x="3114545" y="2988288"/>
            <a:ext cx="791400" cy="754200"/>
          </a:xfrm>
          <a:prstGeom prst="roundRect">
            <a:avLst>
              <a:gd fmla="val 16667" name="adj"/>
            </a:avLst>
          </a:prstGeom>
          <a:solidFill>
            <a:srgbClr val="595D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2"/>
          <p:cNvSpPr txBox="1"/>
          <p:nvPr/>
        </p:nvSpPr>
        <p:spPr>
          <a:xfrm>
            <a:off x="41606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#e9a389</a:t>
            </a:r>
            <a:endParaRPr sz="1000">
              <a:solidFill>
                <a:schemeClr val="dk1"/>
              </a:solidFill>
            </a:endParaRPr>
          </a:p>
        </p:txBody>
      </p:sp>
      <p:sp>
        <p:nvSpPr>
          <p:cNvPr id="612" name="Google Shape;612;p52"/>
          <p:cNvSpPr txBox="1"/>
          <p:nvPr/>
        </p:nvSpPr>
        <p:spPr>
          <a:xfrm>
            <a:off x="522251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#dea5db</a:t>
            </a:r>
            <a:endParaRPr sz="1000">
              <a:solidFill>
                <a:schemeClr val="dk1"/>
              </a:solidFill>
            </a:endParaRPr>
          </a:p>
        </p:txBody>
      </p:sp>
      <p:sp>
        <p:nvSpPr>
          <p:cNvPr id="613" name="Google Shape;613;p52"/>
          <p:cNvSpPr txBox="1"/>
          <p:nvPr/>
        </p:nvSpPr>
        <p:spPr>
          <a:xfrm>
            <a:off x="3114545" y="3145338"/>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#595dab</a:t>
            </a:r>
            <a:endParaRPr sz="1000">
              <a:solidFill>
                <a:srgbClr val="FFFFFF"/>
              </a:solidFill>
            </a:endParaRPr>
          </a:p>
        </p:txBody>
      </p:sp>
      <p:sp>
        <p:nvSpPr>
          <p:cNvPr id="614" name="Google Shape;614;p52"/>
          <p:cNvSpPr/>
          <p:nvPr/>
        </p:nvSpPr>
        <p:spPr>
          <a:xfrm>
            <a:off x="4160688" y="2988288"/>
            <a:ext cx="791400" cy="754200"/>
          </a:xfrm>
          <a:prstGeom prst="roundRect">
            <a:avLst>
              <a:gd fmla="val 16667" name="adj"/>
            </a:avLst>
          </a:prstGeom>
          <a:solidFill>
            <a:srgbClr val="C0DF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2"/>
          <p:cNvSpPr txBox="1"/>
          <p:nvPr/>
        </p:nvSpPr>
        <p:spPr>
          <a:xfrm>
            <a:off x="4160688" y="3145338"/>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#c0dfd9</a:t>
            </a:r>
            <a:endParaRPr sz="1000">
              <a:solidFill>
                <a:schemeClr val="dk1"/>
              </a:solidFill>
            </a:endParaRPr>
          </a:p>
        </p:txBody>
      </p:sp>
      <p:sp>
        <p:nvSpPr>
          <p:cNvPr id="616" name="Google Shape;616;p52"/>
          <p:cNvSpPr/>
          <p:nvPr/>
        </p:nvSpPr>
        <p:spPr>
          <a:xfrm>
            <a:off x="3114545" y="3919325"/>
            <a:ext cx="791400" cy="754200"/>
          </a:xfrm>
          <a:prstGeom prst="roundRect">
            <a:avLst>
              <a:gd fmla="val 16667" name="adj"/>
            </a:avLst>
          </a:prstGeom>
          <a:solidFill>
            <a:srgbClr val="DD5C3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2"/>
          <p:cNvSpPr txBox="1"/>
          <p:nvPr/>
        </p:nvSpPr>
        <p:spPr>
          <a:xfrm>
            <a:off x="311454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#dd5c36</a:t>
            </a:r>
            <a:endParaRPr sz="1000">
              <a:solidFill>
                <a:srgbClr val="FFFFFF"/>
              </a:solidFill>
            </a:endParaRPr>
          </a:p>
        </p:txBody>
      </p:sp>
      <p:sp>
        <p:nvSpPr>
          <p:cNvPr id="618" name="Google Shape;618;p52"/>
          <p:cNvSpPr/>
          <p:nvPr/>
        </p:nvSpPr>
        <p:spPr>
          <a:xfrm>
            <a:off x="6245538" y="3919325"/>
            <a:ext cx="791400" cy="754200"/>
          </a:xfrm>
          <a:prstGeom prst="roundRect">
            <a:avLst>
              <a:gd fmla="val 16667" name="adj"/>
            </a:avLst>
          </a:prstGeom>
          <a:solidFill>
            <a:srgbClr val="F5F4E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2"/>
          <p:cNvSpPr txBox="1"/>
          <p:nvPr/>
        </p:nvSpPr>
        <p:spPr>
          <a:xfrm>
            <a:off x="62455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#f5f4e9</a:t>
            </a:r>
            <a:endParaRPr sz="1000">
              <a:solidFill>
                <a:schemeClr val="dk1"/>
              </a:solidFill>
            </a:endParaRPr>
          </a:p>
        </p:txBody>
      </p:sp>
      <p:sp>
        <p:nvSpPr>
          <p:cNvPr id="620" name="Google Shape;620;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4" name="Shape 624"/>
        <p:cNvGrpSpPr/>
        <p:nvPr/>
      </p:nvGrpSpPr>
      <p:grpSpPr>
        <a:xfrm>
          <a:off x="0" y="0"/>
          <a:ext cx="0" cy="0"/>
          <a:chOff x="0" y="0"/>
          <a:chExt cx="0" cy="0"/>
        </a:xfrm>
      </p:grpSpPr>
      <p:sp>
        <p:nvSpPr>
          <p:cNvPr id="625" name="Google Shape;625;p53"/>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626" name="Google Shape;626;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627" name="Google Shape;627;p53"/>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628" name="Google Shape;628;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629" name="Google Shape;629;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630" name="Google Shape;630;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631" name="Google Shape;631;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632" name="Google Shape;632;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633" name="Google Shape;633;p53"/>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634" name="Google Shape;634;p53"/>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635" name="Google Shape;635;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636" name="Google Shape;636;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0" name="Shape 640"/>
        <p:cNvGrpSpPr/>
        <p:nvPr/>
      </p:nvGrpSpPr>
      <p:grpSpPr>
        <a:xfrm>
          <a:off x="0" y="0"/>
          <a:ext cx="0" cy="0"/>
          <a:chOff x="0" y="0"/>
          <a:chExt cx="0" cy="0"/>
        </a:xfrm>
      </p:grpSpPr>
      <p:sp>
        <p:nvSpPr>
          <p:cNvPr id="641" name="Google Shape;641;p54"/>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642" name="Google Shape;642;p54"/>
          <p:cNvGrpSpPr/>
          <p:nvPr/>
        </p:nvGrpSpPr>
        <p:grpSpPr>
          <a:xfrm>
            <a:off x="5117640" y="3085736"/>
            <a:ext cx="474294" cy="551291"/>
            <a:chOff x="4727025" y="1332775"/>
            <a:chExt cx="59900" cy="69625"/>
          </a:xfrm>
        </p:grpSpPr>
        <p:sp>
          <p:nvSpPr>
            <p:cNvPr id="643" name="Google Shape;643;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54"/>
          <p:cNvGrpSpPr/>
          <p:nvPr/>
        </p:nvGrpSpPr>
        <p:grpSpPr>
          <a:xfrm>
            <a:off x="5731296" y="2314340"/>
            <a:ext cx="555653" cy="557031"/>
            <a:chOff x="4820425" y="1329900"/>
            <a:chExt cx="70175" cy="70350"/>
          </a:xfrm>
        </p:grpSpPr>
        <p:sp>
          <p:nvSpPr>
            <p:cNvPr id="646" name="Google Shape;646;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54"/>
          <p:cNvGrpSpPr/>
          <p:nvPr/>
        </p:nvGrpSpPr>
        <p:grpSpPr>
          <a:xfrm>
            <a:off x="6357664" y="2318845"/>
            <a:ext cx="582574" cy="533871"/>
            <a:chOff x="4903200" y="1331525"/>
            <a:chExt cx="73575" cy="67425"/>
          </a:xfrm>
        </p:grpSpPr>
        <p:sp>
          <p:nvSpPr>
            <p:cNvPr id="651" name="Google Shape;651;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54"/>
          <p:cNvGrpSpPr/>
          <p:nvPr/>
        </p:nvGrpSpPr>
        <p:grpSpPr>
          <a:xfrm>
            <a:off x="5717142" y="3078709"/>
            <a:ext cx="583960" cy="565345"/>
            <a:chOff x="4815575" y="1416800"/>
            <a:chExt cx="73750" cy="71400"/>
          </a:xfrm>
        </p:grpSpPr>
        <p:sp>
          <p:nvSpPr>
            <p:cNvPr id="654" name="Google Shape;654;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54"/>
          <p:cNvGrpSpPr/>
          <p:nvPr/>
        </p:nvGrpSpPr>
        <p:grpSpPr>
          <a:xfrm>
            <a:off x="6351924" y="3108896"/>
            <a:ext cx="589898" cy="504970"/>
            <a:chOff x="4902475" y="1418875"/>
            <a:chExt cx="74500" cy="63775"/>
          </a:xfrm>
        </p:grpSpPr>
        <p:sp>
          <p:nvSpPr>
            <p:cNvPr id="658" name="Google Shape;658;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54"/>
          <p:cNvGrpSpPr/>
          <p:nvPr/>
        </p:nvGrpSpPr>
        <p:grpSpPr>
          <a:xfrm>
            <a:off x="5727139" y="3826000"/>
            <a:ext cx="563967" cy="567127"/>
            <a:chOff x="4818100" y="1507675"/>
            <a:chExt cx="71225" cy="71625"/>
          </a:xfrm>
        </p:grpSpPr>
        <p:sp>
          <p:nvSpPr>
            <p:cNvPr id="661" name="Google Shape;661;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54"/>
          <p:cNvGrpSpPr/>
          <p:nvPr/>
        </p:nvGrpSpPr>
        <p:grpSpPr>
          <a:xfrm>
            <a:off x="5040636" y="3829461"/>
            <a:ext cx="628301" cy="588505"/>
            <a:chOff x="4721450" y="1509475"/>
            <a:chExt cx="79350" cy="74325"/>
          </a:xfrm>
        </p:grpSpPr>
        <p:sp>
          <p:nvSpPr>
            <p:cNvPr id="666" name="Google Shape;666;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54"/>
          <p:cNvGrpSpPr/>
          <p:nvPr/>
        </p:nvGrpSpPr>
        <p:grpSpPr>
          <a:xfrm>
            <a:off x="6386170" y="3814027"/>
            <a:ext cx="557038" cy="562772"/>
            <a:chOff x="4906800" y="1507500"/>
            <a:chExt cx="70350" cy="71075"/>
          </a:xfrm>
        </p:grpSpPr>
        <p:sp>
          <p:nvSpPr>
            <p:cNvPr id="671" name="Google Shape;671;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54"/>
          <p:cNvGrpSpPr/>
          <p:nvPr/>
        </p:nvGrpSpPr>
        <p:grpSpPr>
          <a:xfrm>
            <a:off x="4423778" y="2340963"/>
            <a:ext cx="517934" cy="517934"/>
            <a:chOff x="3736598" y="2170606"/>
            <a:chExt cx="404889" cy="404889"/>
          </a:xfrm>
        </p:grpSpPr>
        <p:sp>
          <p:nvSpPr>
            <p:cNvPr id="677" name="Google Shape;677;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54"/>
          <p:cNvGrpSpPr/>
          <p:nvPr/>
        </p:nvGrpSpPr>
        <p:grpSpPr>
          <a:xfrm>
            <a:off x="3690839" y="2341061"/>
            <a:ext cx="586986" cy="517740"/>
            <a:chOff x="3161917" y="2170682"/>
            <a:chExt cx="458870" cy="404737"/>
          </a:xfrm>
        </p:grpSpPr>
        <p:sp>
          <p:nvSpPr>
            <p:cNvPr id="682" name="Google Shape;682;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54"/>
          <p:cNvGrpSpPr/>
          <p:nvPr/>
        </p:nvGrpSpPr>
        <p:grpSpPr>
          <a:xfrm>
            <a:off x="3713860" y="3102400"/>
            <a:ext cx="540943" cy="517963"/>
            <a:chOff x="3179914" y="2889488"/>
            <a:chExt cx="422876" cy="404911"/>
          </a:xfrm>
        </p:grpSpPr>
        <p:sp>
          <p:nvSpPr>
            <p:cNvPr id="686" name="Google Shape;686;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4"/>
          <p:cNvGrpSpPr/>
          <p:nvPr/>
        </p:nvGrpSpPr>
        <p:grpSpPr>
          <a:xfrm>
            <a:off x="4414654" y="3102358"/>
            <a:ext cx="536180" cy="518047"/>
            <a:chOff x="3729467" y="2889422"/>
            <a:chExt cx="419153" cy="404977"/>
          </a:xfrm>
        </p:grpSpPr>
        <p:sp>
          <p:nvSpPr>
            <p:cNvPr id="693" name="Google Shape;693;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54"/>
          <p:cNvGrpSpPr/>
          <p:nvPr/>
        </p:nvGrpSpPr>
        <p:grpSpPr>
          <a:xfrm>
            <a:off x="1951688" y="3445787"/>
            <a:ext cx="965351" cy="134611"/>
            <a:chOff x="4411970" y="2962952"/>
            <a:chExt cx="706544" cy="104212"/>
          </a:xfrm>
        </p:grpSpPr>
        <p:sp>
          <p:nvSpPr>
            <p:cNvPr id="701" name="Google Shape;701;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54"/>
          <p:cNvGrpSpPr/>
          <p:nvPr/>
        </p:nvGrpSpPr>
        <p:grpSpPr>
          <a:xfrm>
            <a:off x="1951688" y="3041077"/>
            <a:ext cx="960158" cy="289172"/>
            <a:chOff x="4411970" y="2726085"/>
            <a:chExt cx="643107" cy="193659"/>
          </a:xfrm>
        </p:grpSpPr>
        <p:sp>
          <p:nvSpPr>
            <p:cNvPr id="706" name="Google Shape;706;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 name="Google Shape;709;p54"/>
          <p:cNvGrpSpPr/>
          <p:nvPr/>
        </p:nvGrpSpPr>
        <p:grpSpPr>
          <a:xfrm>
            <a:off x="960185" y="3295400"/>
            <a:ext cx="811503" cy="252584"/>
            <a:chOff x="4411970" y="4340222"/>
            <a:chExt cx="779467" cy="242683"/>
          </a:xfrm>
        </p:grpSpPr>
        <p:sp>
          <p:nvSpPr>
            <p:cNvPr id="710" name="Google Shape;710;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54"/>
          <p:cNvGrpSpPr/>
          <p:nvPr/>
        </p:nvGrpSpPr>
        <p:grpSpPr>
          <a:xfrm>
            <a:off x="1951688" y="2709308"/>
            <a:ext cx="965160" cy="216230"/>
            <a:chOff x="4411970" y="2468674"/>
            <a:chExt cx="747317" cy="167425"/>
          </a:xfrm>
        </p:grpSpPr>
        <p:sp>
          <p:nvSpPr>
            <p:cNvPr id="714" name="Google Shape;714;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 name="Google Shape;716;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54"/>
          <p:cNvGrpSpPr/>
          <p:nvPr/>
        </p:nvGrpSpPr>
        <p:grpSpPr>
          <a:xfrm>
            <a:off x="959254" y="2334687"/>
            <a:ext cx="1959041" cy="208784"/>
            <a:chOff x="6336019" y="3733725"/>
            <a:chExt cx="2566206" cy="351310"/>
          </a:xfrm>
        </p:grpSpPr>
        <p:sp>
          <p:nvSpPr>
            <p:cNvPr id="718" name="Google Shape;718;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54"/>
          <p:cNvGrpSpPr/>
          <p:nvPr/>
        </p:nvGrpSpPr>
        <p:grpSpPr>
          <a:xfrm>
            <a:off x="1951688" y="3950602"/>
            <a:ext cx="946551" cy="153200"/>
            <a:chOff x="4404545" y="3301592"/>
            <a:chExt cx="782403" cy="129272"/>
          </a:xfrm>
        </p:grpSpPr>
        <p:sp>
          <p:nvSpPr>
            <p:cNvPr id="723" name="Google Shape;723;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54"/>
          <p:cNvGrpSpPr/>
          <p:nvPr/>
        </p:nvGrpSpPr>
        <p:grpSpPr>
          <a:xfrm>
            <a:off x="1951688" y="3695937"/>
            <a:ext cx="962257" cy="139127"/>
            <a:chOff x="4411970" y="3131459"/>
            <a:chExt cx="710520" cy="117397"/>
          </a:xfrm>
        </p:grpSpPr>
        <p:sp>
          <p:nvSpPr>
            <p:cNvPr id="726" name="Google Shape;726;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28" name="Google Shape;728;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 name="Google Shape;729;p54"/>
          <p:cNvGrpSpPr/>
          <p:nvPr/>
        </p:nvGrpSpPr>
        <p:grpSpPr>
          <a:xfrm>
            <a:off x="951833" y="3621603"/>
            <a:ext cx="823838" cy="458988"/>
            <a:chOff x="4411970" y="1801825"/>
            <a:chExt cx="734586" cy="409262"/>
          </a:xfrm>
        </p:grpSpPr>
        <p:sp>
          <p:nvSpPr>
            <p:cNvPr id="730" name="Google Shape;730;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54"/>
          <p:cNvGrpSpPr/>
          <p:nvPr/>
        </p:nvGrpSpPr>
        <p:grpSpPr>
          <a:xfrm>
            <a:off x="3056804" y="2339173"/>
            <a:ext cx="521514" cy="521514"/>
            <a:chOff x="5681300" y="2527788"/>
            <a:chExt cx="805800" cy="805800"/>
          </a:xfrm>
        </p:grpSpPr>
        <p:sp>
          <p:nvSpPr>
            <p:cNvPr id="733" name="Google Shape;733;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54"/>
          <p:cNvGrpSpPr/>
          <p:nvPr/>
        </p:nvGrpSpPr>
        <p:grpSpPr>
          <a:xfrm>
            <a:off x="3051044" y="3094865"/>
            <a:ext cx="533033" cy="533033"/>
            <a:chOff x="4049800" y="640400"/>
            <a:chExt cx="858900" cy="858900"/>
          </a:xfrm>
        </p:grpSpPr>
        <p:sp>
          <p:nvSpPr>
            <p:cNvPr id="736" name="Google Shape;736;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54"/>
          <p:cNvGrpSpPr/>
          <p:nvPr/>
        </p:nvGrpSpPr>
        <p:grpSpPr>
          <a:xfrm>
            <a:off x="2976527" y="3772543"/>
            <a:ext cx="682068" cy="682068"/>
            <a:chOff x="5080188" y="927900"/>
            <a:chExt cx="961200" cy="961200"/>
          </a:xfrm>
        </p:grpSpPr>
        <p:sp>
          <p:nvSpPr>
            <p:cNvPr id="739" name="Google Shape;739;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54"/>
          <p:cNvGrpSpPr/>
          <p:nvPr/>
        </p:nvGrpSpPr>
        <p:grpSpPr>
          <a:xfrm>
            <a:off x="4440026" y="3869234"/>
            <a:ext cx="505650" cy="504006"/>
            <a:chOff x="6039282" y="1042577"/>
            <a:chExt cx="734315" cy="731929"/>
          </a:xfrm>
        </p:grpSpPr>
        <p:sp>
          <p:nvSpPr>
            <p:cNvPr id="748" name="Google Shape;748;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54"/>
          <p:cNvGrpSpPr/>
          <p:nvPr/>
        </p:nvGrpSpPr>
        <p:grpSpPr>
          <a:xfrm>
            <a:off x="5052628" y="2298862"/>
            <a:ext cx="567744" cy="602136"/>
            <a:chOff x="1825800" y="1651625"/>
            <a:chExt cx="539989" cy="571775"/>
          </a:xfrm>
        </p:grpSpPr>
        <p:sp>
          <p:nvSpPr>
            <p:cNvPr id="770" name="Google Shape;770;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4"/>
          <p:cNvGrpSpPr/>
          <p:nvPr/>
        </p:nvGrpSpPr>
        <p:grpSpPr>
          <a:xfrm>
            <a:off x="3727557" y="3855579"/>
            <a:ext cx="508123" cy="507955"/>
            <a:chOff x="1897577" y="2802432"/>
            <a:chExt cx="492176" cy="492014"/>
          </a:xfrm>
        </p:grpSpPr>
        <p:sp>
          <p:nvSpPr>
            <p:cNvPr id="775" name="Google Shape;775;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54"/>
          <p:cNvGrpSpPr/>
          <p:nvPr/>
        </p:nvGrpSpPr>
        <p:grpSpPr>
          <a:xfrm>
            <a:off x="959087" y="4169123"/>
            <a:ext cx="809227" cy="200842"/>
            <a:chOff x="2013045" y="4813233"/>
            <a:chExt cx="921986" cy="228854"/>
          </a:xfrm>
        </p:grpSpPr>
        <p:sp>
          <p:nvSpPr>
            <p:cNvPr id="788" name="Google Shape;788;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54"/>
          <p:cNvGrpSpPr/>
          <p:nvPr/>
        </p:nvGrpSpPr>
        <p:grpSpPr>
          <a:xfrm>
            <a:off x="967547" y="2656004"/>
            <a:ext cx="792421" cy="269941"/>
            <a:chOff x="1046767" y="4756633"/>
            <a:chExt cx="859646" cy="292841"/>
          </a:xfrm>
        </p:grpSpPr>
        <p:sp>
          <p:nvSpPr>
            <p:cNvPr id="791" name="Google Shape;791;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 name="Google Shape;798;p54"/>
          <p:cNvGrpSpPr/>
          <p:nvPr/>
        </p:nvGrpSpPr>
        <p:grpSpPr>
          <a:xfrm>
            <a:off x="7103403" y="2550562"/>
            <a:ext cx="166473" cy="141497"/>
            <a:chOff x="4660325" y="1866850"/>
            <a:chExt cx="68350" cy="58100"/>
          </a:xfrm>
        </p:grpSpPr>
        <p:sp>
          <p:nvSpPr>
            <p:cNvPr id="799" name="Google Shape;799;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54"/>
          <p:cNvGrpSpPr/>
          <p:nvPr/>
        </p:nvGrpSpPr>
        <p:grpSpPr>
          <a:xfrm>
            <a:off x="7412747" y="2576286"/>
            <a:ext cx="162515" cy="90049"/>
            <a:chOff x="4791775" y="1877500"/>
            <a:chExt cx="66725" cy="36975"/>
          </a:xfrm>
        </p:grpSpPr>
        <p:sp>
          <p:nvSpPr>
            <p:cNvPr id="802" name="Google Shape;802;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54"/>
          <p:cNvGrpSpPr/>
          <p:nvPr/>
        </p:nvGrpSpPr>
        <p:grpSpPr>
          <a:xfrm>
            <a:off x="7734460" y="2576286"/>
            <a:ext cx="144979" cy="90049"/>
            <a:chOff x="4923925" y="1877500"/>
            <a:chExt cx="59525" cy="36975"/>
          </a:xfrm>
        </p:grpSpPr>
        <p:sp>
          <p:nvSpPr>
            <p:cNvPr id="805" name="Google Shape;805;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54"/>
          <p:cNvGrpSpPr/>
          <p:nvPr/>
        </p:nvGrpSpPr>
        <p:grpSpPr>
          <a:xfrm>
            <a:off x="8028952" y="2558477"/>
            <a:ext cx="141447" cy="125667"/>
            <a:chOff x="5058450" y="1870100"/>
            <a:chExt cx="58075" cy="51600"/>
          </a:xfrm>
        </p:grpSpPr>
        <p:sp>
          <p:nvSpPr>
            <p:cNvPr id="808" name="Google Shape;808;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54"/>
          <p:cNvGrpSpPr/>
          <p:nvPr/>
        </p:nvGrpSpPr>
        <p:grpSpPr>
          <a:xfrm>
            <a:off x="7443466" y="2980885"/>
            <a:ext cx="101077" cy="107645"/>
            <a:chOff x="4811425" y="2065025"/>
            <a:chExt cx="41500" cy="44200"/>
          </a:xfrm>
        </p:grpSpPr>
        <p:sp>
          <p:nvSpPr>
            <p:cNvPr id="811" name="Google Shape;811;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54"/>
          <p:cNvGrpSpPr/>
          <p:nvPr/>
        </p:nvGrpSpPr>
        <p:grpSpPr>
          <a:xfrm>
            <a:off x="7735904" y="2981098"/>
            <a:ext cx="120867" cy="107218"/>
            <a:chOff x="4929875" y="2065025"/>
            <a:chExt cx="49625" cy="44025"/>
          </a:xfrm>
        </p:grpSpPr>
        <p:sp>
          <p:nvSpPr>
            <p:cNvPr id="814" name="Google Shape;814;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54"/>
          <p:cNvGrpSpPr/>
          <p:nvPr/>
        </p:nvGrpSpPr>
        <p:grpSpPr>
          <a:xfrm>
            <a:off x="8064572" y="2984112"/>
            <a:ext cx="70206" cy="101191"/>
            <a:chOff x="5083925" y="2066350"/>
            <a:chExt cx="28825" cy="41550"/>
          </a:xfrm>
        </p:grpSpPr>
        <p:sp>
          <p:nvSpPr>
            <p:cNvPr id="817" name="Google Shape;817;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54"/>
          <p:cNvGrpSpPr/>
          <p:nvPr/>
        </p:nvGrpSpPr>
        <p:grpSpPr>
          <a:xfrm>
            <a:off x="7096126" y="2999759"/>
            <a:ext cx="181026" cy="69896"/>
            <a:chOff x="4659775" y="2072775"/>
            <a:chExt cx="74325" cy="28700"/>
          </a:xfrm>
        </p:grpSpPr>
        <p:sp>
          <p:nvSpPr>
            <p:cNvPr id="820" name="Google Shape;820;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54"/>
          <p:cNvGrpSpPr/>
          <p:nvPr/>
        </p:nvGrpSpPr>
        <p:grpSpPr>
          <a:xfrm>
            <a:off x="8015982" y="2790324"/>
            <a:ext cx="167387" cy="89197"/>
            <a:chOff x="4662475" y="1976500"/>
            <a:chExt cx="68725" cy="36625"/>
          </a:xfrm>
        </p:grpSpPr>
        <p:sp>
          <p:nvSpPr>
            <p:cNvPr id="824" name="Google Shape;824;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54"/>
          <p:cNvGrpSpPr/>
          <p:nvPr/>
        </p:nvGrpSpPr>
        <p:grpSpPr>
          <a:xfrm>
            <a:off x="7712887" y="2793764"/>
            <a:ext cx="166899" cy="82317"/>
            <a:chOff x="4920150" y="1977875"/>
            <a:chExt cx="68525" cy="33800"/>
          </a:xfrm>
        </p:grpSpPr>
        <p:sp>
          <p:nvSpPr>
            <p:cNvPr id="828" name="Google Shape;828;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54"/>
          <p:cNvGrpSpPr/>
          <p:nvPr/>
        </p:nvGrpSpPr>
        <p:grpSpPr>
          <a:xfrm>
            <a:off x="7124044" y="3197682"/>
            <a:ext cx="125190" cy="127859"/>
            <a:chOff x="4676550" y="2160575"/>
            <a:chExt cx="51400" cy="52500"/>
          </a:xfrm>
        </p:grpSpPr>
        <p:sp>
          <p:nvSpPr>
            <p:cNvPr id="832" name="Google Shape;832;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54"/>
          <p:cNvGrpSpPr/>
          <p:nvPr/>
        </p:nvGrpSpPr>
        <p:grpSpPr>
          <a:xfrm>
            <a:off x="7421302" y="3204714"/>
            <a:ext cx="145405" cy="113794"/>
            <a:chOff x="4768325" y="2163475"/>
            <a:chExt cx="59700" cy="46725"/>
          </a:xfrm>
        </p:grpSpPr>
        <p:sp>
          <p:nvSpPr>
            <p:cNvPr id="836" name="Google Shape;836;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 name="Google Shape;844;p54"/>
          <p:cNvGrpSpPr/>
          <p:nvPr/>
        </p:nvGrpSpPr>
        <p:grpSpPr>
          <a:xfrm>
            <a:off x="7437621" y="3459808"/>
            <a:ext cx="112768" cy="106853"/>
            <a:chOff x="4768575" y="2253950"/>
            <a:chExt cx="46300" cy="43875"/>
          </a:xfrm>
        </p:grpSpPr>
        <p:sp>
          <p:nvSpPr>
            <p:cNvPr id="845" name="Google Shape;845;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54"/>
          <p:cNvGrpSpPr/>
          <p:nvPr/>
        </p:nvGrpSpPr>
        <p:grpSpPr>
          <a:xfrm>
            <a:off x="7737243" y="3948834"/>
            <a:ext cx="118187" cy="146246"/>
            <a:chOff x="4960900" y="2433225"/>
            <a:chExt cx="48525" cy="60050"/>
          </a:xfrm>
        </p:grpSpPr>
        <p:sp>
          <p:nvSpPr>
            <p:cNvPr id="848" name="Google Shape;848;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54"/>
          <p:cNvGrpSpPr/>
          <p:nvPr/>
        </p:nvGrpSpPr>
        <p:grpSpPr>
          <a:xfrm>
            <a:off x="7425808" y="4212895"/>
            <a:ext cx="136394" cy="143810"/>
            <a:chOff x="4854075" y="2527625"/>
            <a:chExt cx="56000" cy="59050"/>
          </a:xfrm>
        </p:grpSpPr>
        <p:sp>
          <p:nvSpPr>
            <p:cNvPr id="851" name="Google Shape;851;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 name="Google Shape;856;p54"/>
          <p:cNvGrpSpPr/>
          <p:nvPr/>
        </p:nvGrpSpPr>
        <p:grpSpPr>
          <a:xfrm>
            <a:off x="8050020" y="3676639"/>
            <a:ext cx="99312" cy="160797"/>
            <a:chOff x="5059700" y="2334775"/>
            <a:chExt cx="40775" cy="66025"/>
          </a:xfrm>
        </p:grpSpPr>
        <p:sp>
          <p:nvSpPr>
            <p:cNvPr id="857" name="Google Shape;857;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54"/>
          <p:cNvGrpSpPr/>
          <p:nvPr/>
        </p:nvGrpSpPr>
        <p:grpSpPr>
          <a:xfrm>
            <a:off x="8007184" y="3941771"/>
            <a:ext cx="184984" cy="160371"/>
            <a:chOff x="5037700" y="2430325"/>
            <a:chExt cx="75950" cy="65850"/>
          </a:xfrm>
        </p:grpSpPr>
        <p:sp>
          <p:nvSpPr>
            <p:cNvPr id="867" name="Google Shape;867;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54"/>
          <p:cNvGrpSpPr/>
          <p:nvPr/>
        </p:nvGrpSpPr>
        <p:grpSpPr>
          <a:xfrm>
            <a:off x="7426689" y="3708223"/>
            <a:ext cx="173014" cy="97629"/>
            <a:chOff x="4756975" y="2341800"/>
            <a:chExt cx="91975" cy="51925"/>
          </a:xfrm>
        </p:grpSpPr>
        <p:sp>
          <p:nvSpPr>
            <p:cNvPr id="870" name="Google Shape;870;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4"/>
          <p:cNvGrpSpPr/>
          <p:nvPr/>
        </p:nvGrpSpPr>
        <p:grpSpPr>
          <a:xfrm>
            <a:off x="7693626" y="4196920"/>
            <a:ext cx="212497" cy="175761"/>
            <a:chOff x="4943575" y="2516350"/>
            <a:chExt cx="98675" cy="81700"/>
          </a:xfrm>
        </p:grpSpPr>
        <p:sp>
          <p:nvSpPr>
            <p:cNvPr id="891" name="Google Shape;891;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 name="Shape 977"/>
        <p:cNvGrpSpPr/>
        <p:nvPr/>
      </p:nvGrpSpPr>
      <p:grpSpPr>
        <a:xfrm>
          <a:off x="0" y="0"/>
          <a:ext cx="0" cy="0"/>
          <a:chOff x="0" y="0"/>
          <a:chExt cx="0" cy="0"/>
        </a:xfrm>
      </p:grpSpPr>
      <p:grpSp>
        <p:nvGrpSpPr>
          <p:cNvPr id="978" name="Google Shape;978;p55"/>
          <p:cNvGrpSpPr/>
          <p:nvPr/>
        </p:nvGrpSpPr>
        <p:grpSpPr>
          <a:xfrm>
            <a:off x="752796" y="2869970"/>
            <a:ext cx="2622876" cy="1333540"/>
            <a:chOff x="238125" y="1038125"/>
            <a:chExt cx="7146800" cy="3633625"/>
          </a:xfrm>
        </p:grpSpPr>
        <p:sp>
          <p:nvSpPr>
            <p:cNvPr id="979" name="Google Shape;979;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55"/>
          <p:cNvGrpSpPr/>
          <p:nvPr/>
        </p:nvGrpSpPr>
        <p:grpSpPr>
          <a:xfrm>
            <a:off x="6681268" y="3584496"/>
            <a:ext cx="560636" cy="516497"/>
            <a:chOff x="6652051" y="3714143"/>
            <a:chExt cx="560636" cy="516497"/>
          </a:xfrm>
        </p:grpSpPr>
        <p:grpSp>
          <p:nvGrpSpPr>
            <p:cNvPr id="2552" name="Google Shape;2552;p55"/>
            <p:cNvGrpSpPr/>
            <p:nvPr/>
          </p:nvGrpSpPr>
          <p:grpSpPr>
            <a:xfrm>
              <a:off x="6669657" y="3716715"/>
              <a:ext cx="466768" cy="464314"/>
              <a:chOff x="3139766" y="765669"/>
              <a:chExt cx="886380" cy="881888"/>
            </a:xfrm>
          </p:grpSpPr>
          <p:grpSp>
            <p:nvGrpSpPr>
              <p:cNvPr id="2553" name="Google Shape;2553;p55"/>
              <p:cNvGrpSpPr/>
              <p:nvPr/>
            </p:nvGrpSpPr>
            <p:grpSpPr>
              <a:xfrm>
                <a:off x="3139766" y="765669"/>
                <a:ext cx="886380" cy="881888"/>
                <a:chOff x="3139766" y="765669"/>
                <a:chExt cx="886380" cy="881888"/>
              </a:xfrm>
            </p:grpSpPr>
            <p:sp>
              <p:nvSpPr>
                <p:cNvPr id="2554" name="Google Shape;2554;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 name="Google Shape;2568;p55"/>
          <p:cNvGrpSpPr/>
          <p:nvPr/>
        </p:nvGrpSpPr>
        <p:grpSpPr>
          <a:xfrm>
            <a:off x="7679978" y="3065079"/>
            <a:ext cx="104231" cy="320340"/>
            <a:chOff x="7564426" y="3224343"/>
            <a:chExt cx="119985" cy="368801"/>
          </a:xfrm>
        </p:grpSpPr>
        <p:sp>
          <p:nvSpPr>
            <p:cNvPr id="2569" name="Google Shape;2569;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 name="Google Shape;2571;p55"/>
          <p:cNvGrpSpPr/>
          <p:nvPr/>
        </p:nvGrpSpPr>
        <p:grpSpPr>
          <a:xfrm>
            <a:off x="7379466" y="3059180"/>
            <a:ext cx="189489" cy="332132"/>
            <a:chOff x="8370831" y="3202002"/>
            <a:chExt cx="218129" cy="382376"/>
          </a:xfrm>
        </p:grpSpPr>
        <p:sp>
          <p:nvSpPr>
            <p:cNvPr id="2572" name="Google Shape;2572;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55"/>
          <p:cNvGrpSpPr/>
          <p:nvPr/>
        </p:nvGrpSpPr>
        <p:grpSpPr>
          <a:xfrm>
            <a:off x="8102855" y="3470312"/>
            <a:ext cx="309429" cy="267000"/>
            <a:chOff x="6742064" y="3750480"/>
            <a:chExt cx="399315" cy="344560"/>
          </a:xfrm>
        </p:grpSpPr>
        <p:sp>
          <p:nvSpPr>
            <p:cNvPr id="2575" name="Google Shape;2575;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55"/>
          <p:cNvGrpSpPr/>
          <p:nvPr/>
        </p:nvGrpSpPr>
        <p:grpSpPr>
          <a:xfrm>
            <a:off x="7641874" y="3821360"/>
            <a:ext cx="180437" cy="281608"/>
            <a:chOff x="7248525" y="3739696"/>
            <a:chExt cx="230531" cy="359790"/>
          </a:xfrm>
        </p:grpSpPr>
        <p:sp>
          <p:nvSpPr>
            <p:cNvPr id="2578" name="Google Shape;2578;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55"/>
          <p:cNvGrpSpPr/>
          <p:nvPr/>
        </p:nvGrpSpPr>
        <p:grpSpPr>
          <a:xfrm>
            <a:off x="7887794" y="3464584"/>
            <a:ext cx="162896" cy="278710"/>
            <a:chOff x="7601242" y="3729267"/>
            <a:chExt cx="222566" cy="380803"/>
          </a:xfrm>
        </p:grpSpPr>
        <p:sp>
          <p:nvSpPr>
            <p:cNvPr id="2581" name="Google Shape;2581;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3" name="Google Shape;2583;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4" name="Google Shape;2584;p55"/>
          <p:cNvGrpSpPr/>
          <p:nvPr/>
        </p:nvGrpSpPr>
        <p:grpSpPr>
          <a:xfrm>
            <a:off x="7377439" y="3465724"/>
            <a:ext cx="193543" cy="275990"/>
            <a:chOff x="8304647" y="3738687"/>
            <a:chExt cx="225076" cy="320956"/>
          </a:xfrm>
        </p:grpSpPr>
        <p:sp>
          <p:nvSpPr>
            <p:cNvPr id="2585" name="Google Shape;2585;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5"/>
          <p:cNvGrpSpPr/>
          <p:nvPr/>
        </p:nvGrpSpPr>
        <p:grpSpPr>
          <a:xfrm>
            <a:off x="7649932" y="3465724"/>
            <a:ext cx="178492" cy="275990"/>
            <a:chOff x="8615101" y="3738687"/>
            <a:chExt cx="207573" cy="320956"/>
          </a:xfrm>
        </p:grpSpPr>
        <p:sp>
          <p:nvSpPr>
            <p:cNvPr id="2589" name="Google Shape;2589;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2" name="Google Shape;2592;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3" name="Google Shape;2593;p55"/>
          <p:cNvGrpSpPr/>
          <p:nvPr/>
        </p:nvGrpSpPr>
        <p:grpSpPr>
          <a:xfrm>
            <a:off x="7875463" y="3868385"/>
            <a:ext cx="187557" cy="187557"/>
            <a:chOff x="8565775" y="671075"/>
            <a:chExt cx="441000" cy="441000"/>
          </a:xfrm>
        </p:grpSpPr>
        <p:sp>
          <p:nvSpPr>
            <p:cNvPr id="2594" name="Google Shape;2594;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6" name="Google Shape;2596;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8" name="Google Shape;2598;p55"/>
          <p:cNvGrpSpPr/>
          <p:nvPr/>
        </p:nvGrpSpPr>
        <p:grpSpPr>
          <a:xfrm>
            <a:off x="6029935" y="2940910"/>
            <a:ext cx="587865" cy="517731"/>
            <a:chOff x="6000718" y="3070557"/>
            <a:chExt cx="587865" cy="517731"/>
          </a:xfrm>
        </p:grpSpPr>
        <p:sp>
          <p:nvSpPr>
            <p:cNvPr id="2599" name="Google Shape;2599;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55"/>
          <p:cNvGrpSpPr/>
          <p:nvPr/>
        </p:nvGrpSpPr>
        <p:grpSpPr>
          <a:xfrm>
            <a:off x="6044740" y="3584570"/>
            <a:ext cx="557665" cy="516387"/>
            <a:chOff x="6015523" y="3714217"/>
            <a:chExt cx="557665" cy="516387"/>
          </a:xfrm>
        </p:grpSpPr>
        <p:grpSp>
          <p:nvGrpSpPr>
            <p:cNvPr id="2610" name="Google Shape;2610;p55"/>
            <p:cNvGrpSpPr/>
            <p:nvPr/>
          </p:nvGrpSpPr>
          <p:grpSpPr>
            <a:xfrm>
              <a:off x="6036094" y="3716980"/>
              <a:ext cx="529822" cy="510480"/>
              <a:chOff x="3148311" y="-545634"/>
              <a:chExt cx="1006118" cy="969572"/>
            </a:xfrm>
          </p:grpSpPr>
          <p:sp>
            <p:nvSpPr>
              <p:cNvPr id="2611" name="Google Shape;2611;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1" name="Google Shape;2621;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55"/>
          <p:cNvGrpSpPr/>
          <p:nvPr/>
        </p:nvGrpSpPr>
        <p:grpSpPr>
          <a:xfrm>
            <a:off x="6673522" y="2943981"/>
            <a:ext cx="576302" cy="511871"/>
            <a:chOff x="6644304" y="3073628"/>
            <a:chExt cx="576302" cy="511871"/>
          </a:xfrm>
        </p:grpSpPr>
        <p:grpSp>
          <p:nvGrpSpPr>
            <p:cNvPr id="2623" name="Google Shape;2623;p55"/>
            <p:cNvGrpSpPr/>
            <p:nvPr/>
          </p:nvGrpSpPr>
          <p:grpSpPr>
            <a:xfrm>
              <a:off x="6712169" y="3073651"/>
              <a:ext cx="481611" cy="506713"/>
              <a:chOff x="1833536" y="-546641"/>
              <a:chExt cx="914567" cy="962419"/>
            </a:xfrm>
          </p:grpSpPr>
          <p:grpSp>
            <p:nvGrpSpPr>
              <p:cNvPr id="2624" name="Google Shape;2624;p55"/>
              <p:cNvGrpSpPr/>
              <p:nvPr/>
            </p:nvGrpSpPr>
            <p:grpSpPr>
              <a:xfrm>
                <a:off x="1833536" y="-524249"/>
                <a:ext cx="914567" cy="940027"/>
                <a:chOff x="1833536" y="-524249"/>
                <a:chExt cx="914567" cy="940027"/>
              </a:xfrm>
            </p:grpSpPr>
            <p:sp>
              <p:nvSpPr>
                <p:cNvPr id="2625" name="Google Shape;2625;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0" name="Google Shape;2630;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4" name="Google Shape;2634;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55"/>
          <p:cNvGrpSpPr/>
          <p:nvPr/>
        </p:nvGrpSpPr>
        <p:grpSpPr>
          <a:xfrm>
            <a:off x="5938558" y="1033351"/>
            <a:ext cx="2435960" cy="1297725"/>
            <a:chOff x="233350" y="949250"/>
            <a:chExt cx="7137300" cy="3802300"/>
          </a:xfrm>
        </p:grpSpPr>
        <p:sp>
          <p:nvSpPr>
            <p:cNvPr id="2636" name="Google Shape;2636;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55"/>
          <p:cNvGrpSpPr/>
          <p:nvPr/>
        </p:nvGrpSpPr>
        <p:grpSpPr>
          <a:xfrm>
            <a:off x="731715" y="995041"/>
            <a:ext cx="2665073" cy="1317140"/>
            <a:chOff x="793334" y="1192826"/>
            <a:chExt cx="2665073" cy="1317140"/>
          </a:xfrm>
        </p:grpSpPr>
        <p:sp>
          <p:nvSpPr>
            <p:cNvPr id="2688" name="Google Shape;2688;p55"/>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55"/>
          <p:cNvGrpSpPr/>
          <p:nvPr/>
        </p:nvGrpSpPr>
        <p:grpSpPr>
          <a:xfrm>
            <a:off x="3450485" y="919691"/>
            <a:ext cx="2310381" cy="1488888"/>
            <a:chOff x="229225" y="549050"/>
            <a:chExt cx="7161750" cy="4615275"/>
          </a:xfrm>
        </p:grpSpPr>
        <p:sp>
          <p:nvSpPr>
            <p:cNvPr id="6656" name="Google Shape;6656;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55"/>
          <p:cNvGrpSpPr/>
          <p:nvPr/>
        </p:nvGrpSpPr>
        <p:grpSpPr>
          <a:xfrm>
            <a:off x="3548403" y="2849588"/>
            <a:ext cx="2310282" cy="1374222"/>
            <a:chOff x="238125" y="732525"/>
            <a:chExt cx="7130500" cy="4241425"/>
          </a:xfrm>
        </p:grpSpPr>
        <p:sp>
          <p:nvSpPr>
            <p:cNvPr id="6774" name="Google Shape;6774;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1" name="Shape 6891"/>
        <p:cNvGrpSpPr/>
        <p:nvPr/>
      </p:nvGrpSpPr>
      <p:grpSpPr>
        <a:xfrm>
          <a:off x="0" y="0"/>
          <a:ext cx="0" cy="0"/>
          <a:chOff x="0" y="0"/>
          <a:chExt cx="0" cy="0"/>
        </a:xfrm>
      </p:grpSpPr>
      <p:grpSp>
        <p:nvGrpSpPr>
          <p:cNvPr id="6892" name="Google Shape;6892;p56"/>
          <p:cNvGrpSpPr/>
          <p:nvPr/>
        </p:nvGrpSpPr>
        <p:grpSpPr>
          <a:xfrm>
            <a:off x="2100560" y="3398663"/>
            <a:ext cx="1102891" cy="760337"/>
            <a:chOff x="4967783" y="2151471"/>
            <a:chExt cx="3920692" cy="2702940"/>
          </a:xfrm>
        </p:grpSpPr>
        <p:grpSp>
          <p:nvGrpSpPr>
            <p:cNvPr id="6893" name="Google Shape;6893;p56"/>
            <p:cNvGrpSpPr/>
            <p:nvPr/>
          </p:nvGrpSpPr>
          <p:grpSpPr>
            <a:xfrm>
              <a:off x="5045709" y="2252109"/>
              <a:ext cx="3761071" cy="2501708"/>
              <a:chOff x="2691784" y="1805334"/>
              <a:chExt cx="3761071" cy="2501708"/>
            </a:xfrm>
          </p:grpSpPr>
          <p:sp>
            <p:nvSpPr>
              <p:cNvPr id="6894" name="Google Shape;6894;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6"/>
            <p:cNvGrpSpPr/>
            <p:nvPr/>
          </p:nvGrpSpPr>
          <p:grpSpPr>
            <a:xfrm>
              <a:off x="4967783" y="2151471"/>
              <a:ext cx="3920692" cy="2702940"/>
              <a:chOff x="2613858" y="1704696"/>
              <a:chExt cx="3920692" cy="2702940"/>
            </a:xfrm>
          </p:grpSpPr>
          <p:sp>
            <p:nvSpPr>
              <p:cNvPr id="6902" name="Google Shape;6902;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7" name="Google Shape;6907;p56"/>
          <p:cNvGrpSpPr/>
          <p:nvPr/>
        </p:nvGrpSpPr>
        <p:grpSpPr>
          <a:xfrm>
            <a:off x="3504468" y="1286940"/>
            <a:ext cx="1561911" cy="708580"/>
            <a:chOff x="3530532" y="1496185"/>
            <a:chExt cx="1561911" cy="708580"/>
          </a:xfrm>
        </p:grpSpPr>
        <p:grpSp>
          <p:nvGrpSpPr>
            <p:cNvPr id="6908" name="Google Shape;6908;p56"/>
            <p:cNvGrpSpPr/>
            <p:nvPr/>
          </p:nvGrpSpPr>
          <p:grpSpPr>
            <a:xfrm>
              <a:off x="3720318" y="1857562"/>
              <a:ext cx="1372125" cy="54"/>
              <a:chOff x="3720318" y="1857562"/>
              <a:chExt cx="1372125" cy="54"/>
            </a:xfrm>
          </p:grpSpPr>
          <p:cxnSp>
            <p:nvCxnSpPr>
              <p:cNvPr id="6909" name="Google Shape;6909;p56"/>
              <p:cNvCxnSpPr>
                <a:endCxn id="691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11" name="Google Shape;6911;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12" name="Google Shape;6912;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13" name="Google Shape;6913;p56"/>
              <p:cNvCxnSpPr>
                <a:stCxn id="691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914" name="Google Shape;6914;p56"/>
            <p:cNvGrpSpPr/>
            <p:nvPr/>
          </p:nvGrpSpPr>
          <p:grpSpPr>
            <a:xfrm>
              <a:off x="3567462" y="1496185"/>
              <a:ext cx="286500" cy="272914"/>
              <a:chOff x="3567462" y="1496185"/>
              <a:chExt cx="286500" cy="272914"/>
            </a:xfrm>
          </p:grpSpPr>
          <p:cxnSp>
            <p:nvCxnSpPr>
              <p:cNvPr id="6915" name="Google Shape;6915;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916" name="Google Shape;6916;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7" name="Google Shape;6917;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56"/>
            <p:cNvGrpSpPr/>
            <p:nvPr/>
          </p:nvGrpSpPr>
          <p:grpSpPr>
            <a:xfrm>
              <a:off x="3929014" y="1960574"/>
              <a:ext cx="286500" cy="242342"/>
              <a:chOff x="3929014" y="1960574"/>
              <a:chExt cx="286500" cy="242342"/>
            </a:xfrm>
          </p:grpSpPr>
          <p:cxnSp>
            <p:nvCxnSpPr>
              <p:cNvPr id="6920" name="Google Shape;6920;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6921" name="Google Shape;6921;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56"/>
            <p:cNvGrpSpPr/>
            <p:nvPr/>
          </p:nvGrpSpPr>
          <p:grpSpPr>
            <a:xfrm>
              <a:off x="4290828" y="1496185"/>
              <a:ext cx="286500" cy="272914"/>
              <a:chOff x="4290828" y="1496185"/>
              <a:chExt cx="286500" cy="272914"/>
            </a:xfrm>
          </p:grpSpPr>
          <p:cxnSp>
            <p:nvCxnSpPr>
              <p:cNvPr id="6923" name="Google Shape;6923;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924" name="Google Shape;6924;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5" name="Google Shape;6925;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6" name="Google Shape;6926;p56"/>
            <p:cNvGrpSpPr/>
            <p:nvPr/>
          </p:nvGrpSpPr>
          <p:grpSpPr>
            <a:xfrm>
              <a:off x="4657726" y="1959674"/>
              <a:ext cx="286500" cy="245092"/>
              <a:chOff x="4657726" y="1959674"/>
              <a:chExt cx="286500" cy="245092"/>
            </a:xfrm>
          </p:grpSpPr>
          <p:cxnSp>
            <p:nvCxnSpPr>
              <p:cNvPr id="6927" name="Google Shape;6927;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6928" name="Google Shape;6928;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9" name="Google Shape;6929;p56"/>
          <p:cNvGrpSpPr/>
          <p:nvPr/>
        </p:nvGrpSpPr>
        <p:grpSpPr>
          <a:xfrm>
            <a:off x="3486488" y="2149036"/>
            <a:ext cx="1597032" cy="378649"/>
            <a:chOff x="3512551" y="2358282"/>
            <a:chExt cx="1597032" cy="378649"/>
          </a:xfrm>
        </p:grpSpPr>
        <p:grpSp>
          <p:nvGrpSpPr>
            <p:cNvPr id="6930" name="Google Shape;6930;p56"/>
            <p:cNvGrpSpPr/>
            <p:nvPr/>
          </p:nvGrpSpPr>
          <p:grpSpPr>
            <a:xfrm>
              <a:off x="3738198" y="2553002"/>
              <a:ext cx="1145834" cy="117"/>
              <a:chOff x="3738198" y="2553002"/>
              <a:chExt cx="1145834" cy="117"/>
            </a:xfrm>
          </p:grpSpPr>
          <p:cxnSp>
            <p:nvCxnSpPr>
              <p:cNvPr id="6931" name="Google Shape;6931;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932" name="Google Shape;6932;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933" name="Google Shape;6933;p56"/>
              <p:cNvCxnSpPr>
                <a:stCxn id="6934" idx="6"/>
                <a:endCxn id="693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6936" name="Google Shape;6936;p56"/>
            <p:cNvGrpSpPr/>
            <p:nvPr/>
          </p:nvGrpSpPr>
          <p:grpSpPr>
            <a:xfrm>
              <a:off x="3969644" y="2440153"/>
              <a:ext cx="225900" cy="296779"/>
              <a:chOff x="3969644" y="2440153"/>
              <a:chExt cx="225900" cy="296779"/>
            </a:xfrm>
          </p:grpSpPr>
          <p:cxnSp>
            <p:nvCxnSpPr>
              <p:cNvPr id="6937" name="Google Shape;6937;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6935" name="Google Shape;6935;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56"/>
            <p:cNvGrpSpPr/>
            <p:nvPr/>
          </p:nvGrpSpPr>
          <p:grpSpPr>
            <a:xfrm>
              <a:off x="4426818" y="2358282"/>
              <a:ext cx="225600" cy="307471"/>
              <a:chOff x="4426818" y="2358282"/>
              <a:chExt cx="225600" cy="307471"/>
            </a:xfrm>
          </p:grpSpPr>
          <p:cxnSp>
            <p:nvCxnSpPr>
              <p:cNvPr id="6940" name="Google Shape;6940;p56"/>
              <p:cNvCxnSpPr>
                <a:stCxn id="694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6942" name="Google Shape;6942;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56"/>
            <p:cNvGrpSpPr/>
            <p:nvPr/>
          </p:nvGrpSpPr>
          <p:grpSpPr>
            <a:xfrm>
              <a:off x="4883984" y="2440153"/>
              <a:ext cx="225600" cy="296479"/>
              <a:chOff x="4883984" y="2440153"/>
              <a:chExt cx="225600" cy="296479"/>
            </a:xfrm>
          </p:grpSpPr>
          <p:cxnSp>
            <p:nvCxnSpPr>
              <p:cNvPr id="6944" name="Google Shape;6944;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6945" name="Google Shape;6945;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56"/>
            <p:cNvGrpSpPr/>
            <p:nvPr/>
          </p:nvGrpSpPr>
          <p:grpSpPr>
            <a:xfrm>
              <a:off x="3512551" y="2358356"/>
              <a:ext cx="225647" cy="307629"/>
              <a:chOff x="2182679" y="2005014"/>
              <a:chExt cx="792300" cy="1080158"/>
            </a:xfrm>
          </p:grpSpPr>
          <p:cxnSp>
            <p:nvCxnSpPr>
              <p:cNvPr id="6948" name="Google Shape;6948;p56"/>
              <p:cNvCxnSpPr>
                <a:stCxn id="694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6934" name="Google Shape;6934;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0" name="Google Shape;6950;p56"/>
          <p:cNvGrpSpPr/>
          <p:nvPr/>
        </p:nvGrpSpPr>
        <p:grpSpPr>
          <a:xfrm>
            <a:off x="6846570" y="972834"/>
            <a:ext cx="1559809" cy="722610"/>
            <a:chOff x="634175" y="2986275"/>
            <a:chExt cx="3147949" cy="1458344"/>
          </a:xfrm>
        </p:grpSpPr>
        <p:cxnSp>
          <p:nvCxnSpPr>
            <p:cNvPr id="6951" name="Google Shape;6951;p56"/>
            <p:cNvCxnSpPr>
              <a:stCxn id="6952" idx="4"/>
              <a:endCxn id="695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6954" name="Google Shape;6954;p56"/>
            <p:cNvCxnSpPr>
              <a:stCxn id="6953" idx="0"/>
              <a:endCxn id="695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956" name="Google Shape;6956;p56"/>
            <p:cNvCxnSpPr>
              <a:stCxn id="6955" idx="4"/>
              <a:endCxn id="695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958" name="Google Shape;6958;p56"/>
            <p:cNvCxnSpPr>
              <a:stCxn id="6957" idx="0"/>
              <a:endCxn id="695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6959" name="Google Shape;6959;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5" name="Google Shape;6955;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2" name="Google Shape;6952;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7" name="Google Shape;6957;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3" name="Google Shape;6953;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960" name="Google Shape;6960;p56"/>
          <p:cNvGrpSpPr/>
          <p:nvPr/>
        </p:nvGrpSpPr>
        <p:grpSpPr>
          <a:xfrm>
            <a:off x="3500360" y="2682741"/>
            <a:ext cx="1570719" cy="294123"/>
            <a:chOff x="998425" y="1182125"/>
            <a:chExt cx="1065400" cy="199500"/>
          </a:xfrm>
        </p:grpSpPr>
        <p:sp>
          <p:nvSpPr>
            <p:cNvPr id="6961" name="Google Shape;6961;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56"/>
          <p:cNvGrpSpPr/>
          <p:nvPr/>
        </p:nvGrpSpPr>
        <p:grpSpPr>
          <a:xfrm>
            <a:off x="6843616" y="1800228"/>
            <a:ext cx="1565716" cy="366729"/>
            <a:chOff x="1247650" y="2075423"/>
            <a:chExt cx="6648477" cy="1557238"/>
          </a:xfrm>
        </p:grpSpPr>
        <p:sp>
          <p:nvSpPr>
            <p:cNvPr id="6967" name="Google Shape;6967;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56"/>
          <p:cNvGrpSpPr/>
          <p:nvPr/>
        </p:nvGrpSpPr>
        <p:grpSpPr>
          <a:xfrm>
            <a:off x="6827928" y="2949043"/>
            <a:ext cx="1597061" cy="663440"/>
            <a:chOff x="6796238" y="3158297"/>
            <a:chExt cx="1630319" cy="677257"/>
          </a:xfrm>
        </p:grpSpPr>
        <p:cxnSp>
          <p:nvCxnSpPr>
            <p:cNvPr id="6974" name="Google Shape;6974;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75" name="Google Shape;6975;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76" name="Google Shape;6976;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6977" name="Google Shape;6977;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6978" name="Google Shape;6978;p56"/>
            <p:cNvGrpSpPr/>
            <p:nvPr/>
          </p:nvGrpSpPr>
          <p:grpSpPr>
            <a:xfrm>
              <a:off x="6796238" y="3311904"/>
              <a:ext cx="1630319" cy="377697"/>
              <a:chOff x="6796238" y="3311904"/>
              <a:chExt cx="1630319" cy="377697"/>
            </a:xfrm>
          </p:grpSpPr>
          <p:sp>
            <p:nvSpPr>
              <p:cNvPr id="6979" name="Google Shape;6979;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2" name="Google Shape;6982;p56"/>
          <p:cNvGrpSpPr/>
          <p:nvPr/>
        </p:nvGrpSpPr>
        <p:grpSpPr>
          <a:xfrm>
            <a:off x="5349066" y="970435"/>
            <a:ext cx="1368606" cy="1593805"/>
            <a:chOff x="1839112" y="2209163"/>
            <a:chExt cx="1918159" cy="2233784"/>
          </a:xfrm>
        </p:grpSpPr>
        <p:sp>
          <p:nvSpPr>
            <p:cNvPr id="6983" name="Google Shape;6983;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86" name="Google Shape;6986;p56"/>
            <p:cNvCxnSpPr>
              <a:stCxn id="6983" idx="6"/>
              <a:endCxn id="698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87" name="Google Shape;6987;p56"/>
            <p:cNvCxnSpPr>
              <a:stCxn id="6984" idx="4"/>
              <a:endCxn id="698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6989" name="Google Shape;6989;p56"/>
            <p:cNvCxnSpPr>
              <a:stCxn id="6988" idx="6"/>
              <a:endCxn id="698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90" name="Google Shape;6990;p56"/>
            <p:cNvCxnSpPr>
              <a:stCxn id="6985" idx="4"/>
              <a:endCxn id="699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6988" name="Google Shape;6988;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93" name="Google Shape;6993;p56"/>
            <p:cNvCxnSpPr>
              <a:endCxn id="699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6994" name="Google Shape;6994;p56"/>
          <p:cNvGrpSpPr/>
          <p:nvPr/>
        </p:nvGrpSpPr>
        <p:grpSpPr>
          <a:xfrm>
            <a:off x="3481439" y="976671"/>
            <a:ext cx="1637968" cy="154942"/>
            <a:chOff x="238125" y="2506075"/>
            <a:chExt cx="7115411" cy="673075"/>
          </a:xfrm>
        </p:grpSpPr>
        <p:sp>
          <p:nvSpPr>
            <p:cNvPr id="6995" name="Google Shape;6995;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6"/>
          <p:cNvGrpSpPr/>
          <p:nvPr/>
        </p:nvGrpSpPr>
        <p:grpSpPr>
          <a:xfrm>
            <a:off x="720124" y="1298269"/>
            <a:ext cx="2476762" cy="91743"/>
            <a:chOff x="1464850" y="436376"/>
            <a:chExt cx="6001362" cy="222300"/>
          </a:xfrm>
        </p:grpSpPr>
        <p:sp>
          <p:nvSpPr>
            <p:cNvPr id="7001" name="Google Shape;7001;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6" name="Google Shape;7006;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07" name="Google Shape;7007;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08" name="Google Shape;7008;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09" name="Google Shape;7009;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010" name="Google Shape;7010;p56"/>
          <p:cNvGrpSpPr/>
          <p:nvPr/>
        </p:nvGrpSpPr>
        <p:grpSpPr>
          <a:xfrm>
            <a:off x="706391" y="2533734"/>
            <a:ext cx="1452710" cy="651923"/>
            <a:chOff x="803162" y="2667727"/>
            <a:chExt cx="1411906" cy="633611"/>
          </a:xfrm>
        </p:grpSpPr>
        <p:cxnSp>
          <p:nvCxnSpPr>
            <p:cNvPr id="7011" name="Google Shape;7011;p56"/>
            <p:cNvCxnSpPr>
              <a:stCxn id="7012" idx="2"/>
              <a:endCxn id="701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14" name="Google Shape;7014;p56"/>
            <p:cNvCxnSpPr>
              <a:stCxn id="7015" idx="0"/>
              <a:endCxn id="701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16" name="Google Shape;7016;p56"/>
            <p:cNvCxnSpPr>
              <a:stCxn id="7015" idx="2"/>
              <a:endCxn id="701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18" name="Google Shape;7018;p56"/>
            <p:cNvCxnSpPr>
              <a:stCxn id="7019" idx="0"/>
              <a:endCxn id="701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20" name="Google Shape;7020;p56"/>
            <p:cNvCxnSpPr>
              <a:stCxn id="7013" idx="2"/>
              <a:endCxn id="702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22" name="Google Shape;7022;p56"/>
            <p:cNvCxnSpPr>
              <a:stCxn id="7023" idx="0"/>
              <a:endCxn id="701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019" name="Google Shape;7019;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17" name="Google Shape;7017;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23" name="Google Shape;7023;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21" name="Google Shape;7021;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13" name="Google Shape;7013;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15" name="Google Shape;7015;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12" name="Google Shape;7012;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024" name="Google Shape;7024;p56"/>
          <p:cNvGrpSpPr/>
          <p:nvPr/>
        </p:nvGrpSpPr>
        <p:grpSpPr>
          <a:xfrm>
            <a:off x="706393" y="969273"/>
            <a:ext cx="2518541" cy="209309"/>
            <a:chOff x="803163" y="1111966"/>
            <a:chExt cx="2447800" cy="203430"/>
          </a:xfrm>
        </p:grpSpPr>
        <p:grpSp>
          <p:nvGrpSpPr>
            <p:cNvPr id="7025" name="Google Shape;7025;p56"/>
            <p:cNvGrpSpPr/>
            <p:nvPr/>
          </p:nvGrpSpPr>
          <p:grpSpPr>
            <a:xfrm>
              <a:off x="1958180" y="1111966"/>
              <a:ext cx="588019" cy="121396"/>
              <a:chOff x="4808316" y="2800065"/>
              <a:chExt cx="1999386" cy="412910"/>
            </a:xfrm>
          </p:grpSpPr>
          <p:sp>
            <p:nvSpPr>
              <p:cNvPr id="7026" name="Google Shape;7026;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7" name="Google Shape;7027;p56"/>
              <p:cNvGrpSpPr/>
              <p:nvPr/>
            </p:nvGrpSpPr>
            <p:grpSpPr>
              <a:xfrm>
                <a:off x="4808316" y="2800065"/>
                <a:ext cx="92400" cy="411825"/>
                <a:chOff x="845575" y="2563700"/>
                <a:chExt cx="92400" cy="411825"/>
              </a:xfrm>
            </p:grpSpPr>
            <p:cxnSp>
              <p:nvCxnSpPr>
                <p:cNvPr id="7028" name="Google Shape;7028;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29" name="Google Shape;7029;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030" name="Google Shape;7030;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031" name="Google Shape;7031;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2" name="Google Shape;7032;p56"/>
            <p:cNvGrpSpPr/>
            <p:nvPr/>
          </p:nvGrpSpPr>
          <p:grpSpPr>
            <a:xfrm>
              <a:off x="803163" y="1111974"/>
              <a:ext cx="591158" cy="121545"/>
              <a:chOff x="803163" y="1111974"/>
              <a:chExt cx="591158" cy="121545"/>
            </a:xfrm>
          </p:grpSpPr>
          <p:grpSp>
            <p:nvGrpSpPr>
              <p:cNvPr id="7033" name="Google Shape;7033;p56"/>
              <p:cNvGrpSpPr/>
              <p:nvPr/>
            </p:nvGrpSpPr>
            <p:grpSpPr>
              <a:xfrm>
                <a:off x="803163" y="1111974"/>
                <a:ext cx="27175" cy="121077"/>
                <a:chOff x="845575" y="2563700"/>
                <a:chExt cx="92400" cy="411825"/>
              </a:xfrm>
            </p:grpSpPr>
            <p:cxnSp>
              <p:nvCxnSpPr>
                <p:cNvPr id="7034" name="Google Shape;7034;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35" name="Google Shape;7035;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6" name="Google Shape;7036;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56"/>
            <p:cNvGrpSpPr/>
            <p:nvPr/>
          </p:nvGrpSpPr>
          <p:grpSpPr>
            <a:xfrm>
              <a:off x="1381910" y="1194219"/>
              <a:ext cx="588341" cy="121177"/>
              <a:chOff x="1381910" y="1194219"/>
              <a:chExt cx="588341" cy="121177"/>
            </a:xfrm>
          </p:grpSpPr>
          <p:grpSp>
            <p:nvGrpSpPr>
              <p:cNvPr id="7038" name="Google Shape;7038;p56"/>
              <p:cNvGrpSpPr/>
              <p:nvPr/>
            </p:nvGrpSpPr>
            <p:grpSpPr>
              <a:xfrm rot="10800000">
                <a:off x="1381910" y="1194319"/>
                <a:ext cx="27175" cy="121077"/>
                <a:chOff x="2070100" y="2563700"/>
                <a:chExt cx="92400" cy="411825"/>
              </a:xfrm>
            </p:grpSpPr>
            <p:cxnSp>
              <p:nvCxnSpPr>
                <p:cNvPr id="7039" name="Google Shape;7039;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40" name="Google Shape;7040;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1" name="Google Shape;7041;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6"/>
            <p:cNvGrpSpPr/>
            <p:nvPr/>
          </p:nvGrpSpPr>
          <p:grpSpPr>
            <a:xfrm>
              <a:off x="2532079" y="1194219"/>
              <a:ext cx="704927" cy="121177"/>
              <a:chOff x="2532079" y="1194219"/>
              <a:chExt cx="704927" cy="121177"/>
            </a:xfrm>
          </p:grpSpPr>
          <p:grpSp>
            <p:nvGrpSpPr>
              <p:cNvPr id="7043" name="Google Shape;7043;p56"/>
              <p:cNvGrpSpPr/>
              <p:nvPr/>
            </p:nvGrpSpPr>
            <p:grpSpPr>
              <a:xfrm rot="10800000">
                <a:off x="2532079" y="1194319"/>
                <a:ext cx="27175" cy="121077"/>
                <a:chOff x="2070100" y="2563700"/>
                <a:chExt cx="92400" cy="411825"/>
              </a:xfrm>
            </p:grpSpPr>
            <p:cxnSp>
              <p:nvCxnSpPr>
                <p:cNvPr id="7044" name="Google Shape;7044;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45" name="Google Shape;7045;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7" name="Google Shape;7047;p56"/>
          <p:cNvGrpSpPr/>
          <p:nvPr/>
        </p:nvGrpSpPr>
        <p:grpSpPr>
          <a:xfrm>
            <a:off x="3499403" y="3665904"/>
            <a:ext cx="1567778" cy="491677"/>
            <a:chOff x="5194708" y="3484366"/>
            <a:chExt cx="3148148" cy="987304"/>
          </a:xfrm>
        </p:grpSpPr>
        <p:grpSp>
          <p:nvGrpSpPr>
            <p:cNvPr id="7048" name="Google Shape;7048;p56"/>
            <p:cNvGrpSpPr/>
            <p:nvPr/>
          </p:nvGrpSpPr>
          <p:grpSpPr>
            <a:xfrm>
              <a:off x="7531521" y="3484366"/>
              <a:ext cx="811335" cy="987304"/>
              <a:chOff x="3379425" y="1617275"/>
              <a:chExt cx="1090650" cy="1327200"/>
            </a:xfrm>
          </p:grpSpPr>
          <p:sp>
            <p:nvSpPr>
              <p:cNvPr id="7049" name="Google Shape;7049;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56"/>
            <p:cNvGrpSpPr/>
            <p:nvPr/>
          </p:nvGrpSpPr>
          <p:grpSpPr>
            <a:xfrm>
              <a:off x="6752546" y="3484366"/>
              <a:ext cx="811428" cy="987304"/>
              <a:chOff x="2332275" y="1617275"/>
              <a:chExt cx="1090775" cy="1327200"/>
            </a:xfrm>
          </p:grpSpPr>
          <p:sp>
            <p:nvSpPr>
              <p:cNvPr id="7053" name="Google Shape;7053;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56"/>
            <p:cNvGrpSpPr/>
            <p:nvPr/>
          </p:nvGrpSpPr>
          <p:grpSpPr>
            <a:xfrm>
              <a:off x="5973664" y="3484366"/>
              <a:ext cx="811335" cy="987304"/>
              <a:chOff x="1285250" y="1617275"/>
              <a:chExt cx="1090650" cy="1327200"/>
            </a:xfrm>
          </p:grpSpPr>
          <p:sp>
            <p:nvSpPr>
              <p:cNvPr id="7057" name="Google Shape;7057;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56"/>
            <p:cNvGrpSpPr/>
            <p:nvPr/>
          </p:nvGrpSpPr>
          <p:grpSpPr>
            <a:xfrm>
              <a:off x="5194708" y="3484366"/>
              <a:ext cx="811409" cy="987304"/>
              <a:chOff x="238125" y="1617275"/>
              <a:chExt cx="1090750" cy="1327200"/>
            </a:xfrm>
          </p:grpSpPr>
          <p:sp>
            <p:nvSpPr>
              <p:cNvPr id="7061" name="Google Shape;7061;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4" name="Google Shape;7064;p56"/>
          <p:cNvGrpSpPr/>
          <p:nvPr/>
        </p:nvGrpSpPr>
        <p:grpSpPr>
          <a:xfrm>
            <a:off x="3460012" y="3146315"/>
            <a:ext cx="1616964" cy="346256"/>
            <a:chOff x="1808063" y="4294338"/>
            <a:chExt cx="3370782" cy="721817"/>
          </a:xfrm>
        </p:grpSpPr>
        <p:sp>
          <p:nvSpPr>
            <p:cNvPr id="7065" name="Google Shape;7065;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56"/>
          <p:cNvGrpSpPr/>
          <p:nvPr/>
        </p:nvGrpSpPr>
        <p:grpSpPr>
          <a:xfrm>
            <a:off x="738224" y="3432344"/>
            <a:ext cx="1295882" cy="646587"/>
            <a:chOff x="834100" y="3642869"/>
            <a:chExt cx="1259483" cy="628426"/>
          </a:xfrm>
        </p:grpSpPr>
        <p:sp>
          <p:nvSpPr>
            <p:cNvPr id="7076" name="Google Shape;7076;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56"/>
            <p:cNvGrpSpPr/>
            <p:nvPr/>
          </p:nvGrpSpPr>
          <p:grpSpPr>
            <a:xfrm>
              <a:off x="1360364" y="3847835"/>
              <a:ext cx="208119" cy="224359"/>
              <a:chOff x="1360769" y="3847100"/>
              <a:chExt cx="208119" cy="224359"/>
            </a:xfrm>
          </p:grpSpPr>
          <p:sp>
            <p:nvSpPr>
              <p:cNvPr id="7102" name="Google Shape;7102;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2" name="Google Shape;7122;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56"/>
          <p:cNvGrpSpPr/>
          <p:nvPr/>
        </p:nvGrpSpPr>
        <p:grpSpPr>
          <a:xfrm rot="5400000">
            <a:off x="5951337" y="3228841"/>
            <a:ext cx="164064" cy="1414916"/>
            <a:chOff x="4428249" y="1369375"/>
            <a:chExt cx="36905" cy="429569"/>
          </a:xfrm>
        </p:grpSpPr>
        <p:sp>
          <p:nvSpPr>
            <p:cNvPr id="7137" name="Google Shape;7137;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6"/>
          <p:cNvGrpSpPr/>
          <p:nvPr/>
        </p:nvGrpSpPr>
        <p:grpSpPr>
          <a:xfrm flipH="1" rot="10800000">
            <a:off x="5323766" y="2817385"/>
            <a:ext cx="1419207" cy="24808"/>
            <a:chOff x="219558" y="4738465"/>
            <a:chExt cx="5852400" cy="102300"/>
          </a:xfrm>
        </p:grpSpPr>
        <p:cxnSp>
          <p:nvCxnSpPr>
            <p:cNvPr id="7170" name="Google Shape;7170;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171" name="Google Shape;7171;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56"/>
          <p:cNvGrpSpPr/>
          <p:nvPr/>
        </p:nvGrpSpPr>
        <p:grpSpPr>
          <a:xfrm>
            <a:off x="5335084" y="3190448"/>
            <a:ext cx="1396570" cy="385016"/>
            <a:chOff x="5286284" y="2966544"/>
            <a:chExt cx="1396570" cy="385016"/>
          </a:xfrm>
        </p:grpSpPr>
        <p:cxnSp>
          <p:nvCxnSpPr>
            <p:cNvPr id="7177" name="Google Shape;7177;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178" name="Google Shape;7178;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179" name="Google Shape;7179;p56"/>
            <p:cNvGrpSpPr/>
            <p:nvPr/>
          </p:nvGrpSpPr>
          <p:grpSpPr>
            <a:xfrm>
              <a:off x="5287688" y="3173364"/>
              <a:ext cx="1395166" cy="74100"/>
              <a:chOff x="5287688" y="3173364"/>
              <a:chExt cx="1395166" cy="74100"/>
            </a:xfrm>
          </p:grpSpPr>
          <p:cxnSp>
            <p:nvCxnSpPr>
              <p:cNvPr id="7180" name="Google Shape;7180;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181" name="Google Shape;7181;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182" name="Google Shape;7182;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83" name="Google Shape;7183;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84" name="Google Shape;7184;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85" name="Google Shape;7185;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86" name="Google Shape;7186;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87" name="Google Shape;7187;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188" name="Google Shape;7188;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189" name="Google Shape;7189;p56"/>
          <p:cNvGrpSpPr/>
          <p:nvPr/>
        </p:nvGrpSpPr>
        <p:grpSpPr>
          <a:xfrm>
            <a:off x="2021150" y="1609224"/>
            <a:ext cx="1182276" cy="662027"/>
            <a:chOff x="2029517" y="1732295"/>
            <a:chExt cx="1149068" cy="643432"/>
          </a:xfrm>
        </p:grpSpPr>
        <p:grpSp>
          <p:nvGrpSpPr>
            <p:cNvPr id="7190" name="Google Shape;7190;p56"/>
            <p:cNvGrpSpPr/>
            <p:nvPr/>
          </p:nvGrpSpPr>
          <p:grpSpPr>
            <a:xfrm>
              <a:off x="2708660" y="1746937"/>
              <a:ext cx="455427" cy="244429"/>
              <a:chOff x="2700693" y="1746937"/>
              <a:chExt cx="455427" cy="244429"/>
            </a:xfrm>
          </p:grpSpPr>
          <p:grpSp>
            <p:nvGrpSpPr>
              <p:cNvPr id="7191" name="Google Shape;7191;p56"/>
              <p:cNvGrpSpPr/>
              <p:nvPr/>
            </p:nvGrpSpPr>
            <p:grpSpPr>
              <a:xfrm>
                <a:off x="2905682" y="1782817"/>
                <a:ext cx="250438" cy="208549"/>
                <a:chOff x="2905682" y="1782817"/>
                <a:chExt cx="250438" cy="208549"/>
              </a:xfrm>
            </p:grpSpPr>
            <p:cxnSp>
              <p:nvCxnSpPr>
                <p:cNvPr id="7192" name="Google Shape;7192;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93" name="Google Shape;7193;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56"/>
              <p:cNvGrpSpPr/>
              <p:nvPr/>
            </p:nvGrpSpPr>
            <p:grpSpPr>
              <a:xfrm>
                <a:off x="2700693" y="1746937"/>
                <a:ext cx="449967" cy="72374"/>
                <a:chOff x="2700693" y="1746937"/>
                <a:chExt cx="449967" cy="72374"/>
              </a:xfrm>
            </p:grpSpPr>
            <p:cxnSp>
              <p:nvCxnSpPr>
                <p:cNvPr id="7195" name="Google Shape;7195;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96" name="Google Shape;7196;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7" name="Google Shape;7197;p56"/>
            <p:cNvGrpSpPr/>
            <p:nvPr/>
          </p:nvGrpSpPr>
          <p:grpSpPr>
            <a:xfrm>
              <a:off x="2029517" y="1732295"/>
              <a:ext cx="1149068" cy="643432"/>
              <a:chOff x="2029517" y="1732295"/>
              <a:chExt cx="1149068" cy="643432"/>
            </a:xfrm>
          </p:grpSpPr>
          <p:grpSp>
            <p:nvGrpSpPr>
              <p:cNvPr id="7198" name="Google Shape;7198;p56"/>
              <p:cNvGrpSpPr/>
              <p:nvPr/>
            </p:nvGrpSpPr>
            <p:grpSpPr>
              <a:xfrm>
                <a:off x="2703618" y="2103152"/>
                <a:ext cx="474966" cy="260017"/>
                <a:chOff x="2703618" y="2103152"/>
                <a:chExt cx="474966" cy="260017"/>
              </a:xfrm>
            </p:grpSpPr>
            <p:grpSp>
              <p:nvGrpSpPr>
                <p:cNvPr id="7199" name="Google Shape;7199;p56"/>
                <p:cNvGrpSpPr/>
                <p:nvPr/>
              </p:nvGrpSpPr>
              <p:grpSpPr>
                <a:xfrm>
                  <a:off x="2703618" y="2290640"/>
                  <a:ext cx="450291" cy="72529"/>
                  <a:chOff x="2703618" y="2290640"/>
                  <a:chExt cx="450291" cy="72529"/>
                </a:xfrm>
              </p:grpSpPr>
              <p:cxnSp>
                <p:nvCxnSpPr>
                  <p:cNvPr id="7200" name="Google Shape;7200;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01" name="Google Shape;7201;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56"/>
                <p:cNvGrpSpPr/>
                <p:nvPr/>
              </p:nvGrpSpPr>
              <p:grpSpPr>
                <a:xfrm>
                  <a:off x="2908607" y="2103152"/>
                  <a:ext cx="269977" cy="223538"/>
                  <a:chOff x="2908607" y="2103152"/>
                  <a:chExt cx="269977" cy="223538"/>
                </a:xfrm>
              </p:grpSpPr>
              <p:cxnSp>
                <p:nvCxnSpPr>
                  <p:cNvPr id="7203" name="Google Shape;7203;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04" name="Google Shape;7204;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5" name="Google Shape;7205;p56"/>
              <p:cNvGrpSpPr/>
              <p:nvPr/>
            </p:nvGrpSpPr>
            <p:grpSpPr>
              <a:xfrm>
                <a:off x="2029517" y="1732295"/>
                <a:ext cx="685827" cy="643432"/>
                <a:chOff x="2029517" y="1732295"/>
                <a:chExt cx="685827" cy="643432"/>
              </a:xfrm>
            </p:grpSpPr>
            <p:sp>
              <p:nvSpPr>
                <p:cNvPr id="7206" name="Google Shape;7206;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7" name="Google Shape;7207;p56"/>
                <p:cNvGrpSpPr/>
                <p:nvPr/>
              </p:nvGrpSpPr>
              <p:grpSpPr>
                <a:xfrm>
                  <a:off x="2158948" y="1732295"/>
                  <a:ext cx="556396" cy="333108"/>
                  <a:chOff x="2158948" y="1732295"/>
                  <a:chExt cx="556396" cy="333108"/>
                </a:xfrm>
              </p:grpSpPr>
              <p:cxnSp>
                <p:nvCxnSpPr>
                  <p:cNvPr id="7208" name="Google Shape;7208;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09" name="Google Shape;7209;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6"/>
                <p:cNvGrpSpPr/>
                <p:nvPr/>
              </p:nvGrpSpPr>
              <p:grpSpPr>
                <a:xfrm>
                  <a:off x="2159908" y="2065057"/>
                  <a:ext cx="550884" cy="310670"/>
                  <a:chOff x="2159908" y="2065057"/>
                  <a:chExt cx="550884" cy="310670"/>
                </a:xfrm>
              </p:grpSpPr>
              <p:cxnSp>
                <p:nvCxnSpPr>
                  <p:cNvPr id="7211" name="Google Shape;7211;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12" name="Google Shape;7212;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213" name="Google Shape;7213;p56"/>
          <p:cNvGrpSpPr/>
          <p:nvPr/>
        </p:nvGrpSpPr>
        <p:grpSpPr>
          <a:xfrm>
            <a:off x="706399" y="1556837"/>
            <a:ext cx="962651" cy="810058"/>
            <a:chOff x="732462" y="1766083"/>
            <a:chExt cx="962651" cy="810058"/>
          </a:xfrm>
        </p:grpSpPr>
        <p:grpSp>
          <p:nvGrpSpPr>
            <p:cNvPr id="7214" name="Google Shape;7214;p56"/>
            <p:cNvGrpSpPr/>
            <p:nvPr/>
          </p:nvGrpSpPr>
          <p:grpSpPr>
            <a:xfrm>
              <a:off x="732462" y="1908333"/>
              <a:ext cx="339369" cy="524756"/>
              <a:chOff x="844912" y="1819635"/>
              <a:chExt cx="329836" cy="510016"/>
            </a:xfrm>
          </p:grpSpPr>
          <p:sp>
            <p:nvSpPr>
              <p:cNvPr id="7215" name="Google Shape;7215;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56"/>
            <p:cNvGrpSpPr/>
            <p:nvPr/>
          </p:nvGrpSpPr>
          <p:grpSpPr>
            <a:xfrm>
              <a:off x="1184858" y="2256650"/>
              <a:ext cx="510255" cy="319491"/>
              <a:chOff x="1284601" y="2158168"/>
              <a:chExt cx="495923" cy="310517"/>
            </a:xfrm>
          </p:grpSpPr>
          <p:sp>
            <p:nvSpPr>
              <p:cNvPr id="7222" name="Google Shape;7222;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3" name="Google Shape;7223;p56"/>
              <p:cNvGrpSpPr/>
              <p:nvPr/>
            </p:nvGrpSpPr>
            <p:grpSpPr>
              <a:xfrm>
                <a:off x="1507666" y="2158168"/>
                <a:ext cx="272858" cy="310517"/>
                <a:chOff x="1507666" y="2158168"/>
                <a:chExt cx="272858" cy="310517"/>
              </a:xfrm>
            </p:grpSpPr>
            <p:grpSp>
              <p:nvGrpSpPr>
                <p:cNvPr id="7224" name="Google Shape;7224;p56"/>
                <p:cNvGrpSpPr/>
                <p:nvPr/>
              </p:nvGrpSpPr>
              <p:grpSpPr>
                <a:xfrm>
                  <a:off x="1507666" y="2176104"/>
                  <a:ext cx="166395" cy="273149"/>
                  <a:chOff x="1507666" y="2176104"/>
                  <a:chExt cx="166395" cy="273149"/>
                </a:xfrm>
              </p:grpSpPr>
              <p:sp>
                <p:nvSpPr>
                  <p:cNvPr id="7225" name="Google Shape;7225;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2" name="Google Shape;7232;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4" name="Google Shape;7234;p56"/>
            <p:cNvGrpSpPr/>
            <p:nvPr/>
          </p:nvGrpSpPr>
          <p:grpSpPr>
            <a:xfrm>
              <a:off x="1184858" y="1766083"/>
              <a:ext cx="510255" cy="319491"/>
              <a:chOff x="1284601" y="1681380"/>
              <a:chExt cx="495923" cy="310517"/>
            </a:xfrm>
          </p:grpSpPr>
          <p:sp>
            <p:nvSpPr>
              <p:cNvPr id="7235" name="Google Shape;7235;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6" name="Google Shape;7236;p56"/>
              <p:cNvGrpSpPr/>
              <p:nvPr/>
            </p:nvGrpSpPr>
            <p:grpSpPr>
              <a:xfrm>
                <a:off x="1507666" y="1681380"/>
                <a:ext cx="272858" cy="310517"/>
                <a:chOff x="1507666" y="1681380"/>
                <a:chExt cx="272858" cy="310517"/>
              </a:xfrm>
            </p:grpSpPr>
            <p:grpSp>
              <p:nvGrpSpPr>
                <p:cNvPr id="7237" name="Google Shape;7237;p56"/>
                <p:cNvGrpSpPr/>
                <p:nvPr/>
              </p:nvGrpSpPr>
              <p:grpSpPr>
                <a:xfrm>
                  <a:off x="1507666" y="1700120"/>
                  <a:ext cx="166395" cy="272984"/>
                  <a:chOff x="1507666" y="1700120"/>
                  <a:chExt cx="166395" cy="272984"/>
                </a:xfrm>
              </p:grpSpPr>
              <p:sp>
                <p:nvSpPr>
                  <p:cNvPr id="7238" name="Google Shape;7238;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5" name="Google Shape;7245;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47" name="Google Shape;7247;p56"/>
          <p:cNvGrpSpPr/>
          <p:nvPr/>
        </p:nvGrpSpPr>
        <p:grpSpPr>
          <a:xfrm>
            <a:off x="6815339" y="2324267"/>
            <a:ext cx="1622269" cy="552443"/>
            <a:chOff x="6894650" y="2574740"/>
            <a:chExt cx="1445100" cy="492111"/>
          </a:xfrm>
        </p:grpSpPr>
        <p:sp>
          <p:nvSpPr>
            <p:cNvPr id="7248" name="Google Shape;7248;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3" name="Google Shape;7253;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254" name="Google Shape;7254;p56"/>
          <p:cNvGrpSpPr/>
          <p:nvPr/>
        </p:nvGrpSpPr>
        <p:grpSpPr>
          <a:xfrm>
            <a:off x="6834882" y="3698522"/>
            <a:ext cx="1583206" cy="475705"/>
            <a:chOff x="6953919" y="3907920"/>
            <a:chExt cx="1377300" cy="475705"/>
          </a:xfrm>
        </p:grpSpPr>
        <p:cxnSp>
          <p:nvCxnSpPr>
            <p:cNvPr id="7255" name="Google Shape;7255;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256" name="Google Shape;7256;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257" name="Google Shape;7257;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258" name="Google Shape;7258;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259" name="Google Shape;7259;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260" name="Google Shape;7260;p56"/>
          <p:cNvGrpSpPr/>
          <p:nvPr/>
        </p:nvGrpSpPr>
        <p:grpSpPr>
          <a:xfrm>
            <a:off x="2338470" y="2459668"/>
            <a:ext cx="836286" cy="824529"/>
            <a:chOff x="2389399" y="2595741"/>
            <a:chExt cx="812796" cy="801369"/>
          </a:xfrm>
        </p:grpSpPr>
        <p:grpSp>
          <p:nvGrpSpPr>
            <p:cNvPr id="7261" name="Google Shape;7261;p56"/>
            <p:cNvGrpSpPr/>
            <p:nvPr/>
          </p:nvGrpSpPr>
          <p:grpSpPr>
            <a:xfrm>
              <a:off x="2492145" y="2881565"/>
              <a:ext cx="607300" cy="229751"/>
              <a:chOff x="2492145" y="2881565"/>
              <a:chExt cx="607300" cy="229751"/>
            </a:xfrm>
          </p:grpSpPr>
          <p:sp>
            <p:nvSpPr>
              <p:cNvPr id="7262" name="Google Shape;7262;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56"/>
            <p:cNvGrpSpPr/>
            <p:nvPr/>
          </p:nvGrpSpPr>
          <p:grpSpPr>
            <a:xfrm>
              <a:off x="2389399" y="2595741"/>
              <a:ext cx="812796" cy="296825"/>
              <a:chOff x="2389399" y="2595741"/>
              <a:chExt cx="812796" cy="296825"/>
            </a:xfrm>
          </p:grpSpPr>
          <p:grpSp>
            <p:nvGrpSpPr>
              <p:cNvPr id="7266" name="Google Shape;7266;p56"/>
              <p:cNvGrpSpPr/>
              <p:nvPr/>
            </p:nvGrpSpPr>
            <p:grpSpPr>
              <a:xfrm>
                <a:off x="2389399" y="2595741"/>
                <a:ext cx="363638" cy="296825"/>
                <a:chOff x="2389399" y="2595741"/>
                <a:chExt cx="363638" cy="296825"/>
              </a:xfrm>
            </p:grpSpPr>
            <p:grpSp>
              <p:nvGrpSpPr>
                <p:cNvPr id="7267" name="Google Shape;7267;p56"/>
                <p:cNvGrpSpPr/>
                <p:nvPr/>
              </p:nvGrpSpPr>
              <p:grpSpPr>
                <a:xfrm>
                  <a:off x="2493852" y="2794333"/>
                  <a:ext cx="259185" cy="98232"/>
                  <a:chOff x="2493852" y="2794333"/>
                  <a:chExt cx="259185" cy="98232"/>
                </a:xfrm>
              </p:grpSpPr>
              <p:sp>
                <p:nvSpPr>
                  <p:cNvPr id="7268" name="Google Shape;7268;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56"/>
                <p:cNvGrpSpPr/>
                <p:nvPr/>
              </p:nvGrpSpPr>
              <p:grpSpPr>
                <a:xfrm>
                  <a:off x="2389399" y="2595741"/>
                  <a:ext cx="224343" cy="182054"/>
                  <a:chOff x="2389399" y="2595741"/>
                  <a:chExt cx="224343" cy="182054"/>
                </a:xfrm>
              </p:grpSpPr>
              <p:sp>
                <p:nvSpPr>
                  <p:cNvPr id="7272" name="Google Shape;7272;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4" name="Google Shape;7274;p56"/>
              <p:cNvGrpSpPr/>
              <p:nvPr/>
            </p:nvGrpSpPr>
            <p:grpSpPr>
              <a:xfrm>
                <a:off x="2683630" y="2595741"/>
                <a:ext cx="224334" cy="296825"/>
                <a:chOff x="2683630" y="2595741"/>
                <a:chExt cx="224334" cy="296825"/>
              </a:xfrm>
            </p:grpSpPr>
            <p:grpSp>
              <p:nvGrpSpPr>
                <p:cNvPr id="7275" name="Google Shape;7275;p56"/>
                <p:cNvGrpSpPr/>
                <p:nvPr/>
              </p:nvGrpSpPr>
              <p:grpSpPr>
                <a:xfrm>
                  <a:off x="2788083" y="2794333"/>
                  <a:ext cx="15356" cy="98232"/>
                  <a:chOff x="2788083" y="2794333"/>
                  <a:chExt cx="15356" cy="98232"/>
                </a:xfrm>
              </p:grpSpPr>
              <p:sp>
                <p:nvSpPr>
                  <p:cNvPr id="7276" name="Google Shape;7276;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6"/>
                <p:cNvGrpSpPr/>
                <p:nvPr/>
              </p:nvGrpSpPr>
              <p:grpSpPr>
                <a:xfrm>
                  <a:off x="2683630" y="2595741"/>
                  <a:ext cx="224334" cy="182054"/>
                  <a:chOff x="2683630" y="2595741"/>
                  <a:chExt cx="224334" cy="182054"/>
                </a:xfrm>
              </p:grpSpPr>
              <p:sp>
                <p:nvSpPr>
                  <p:cNvPr id="7280" name="Google Shape;7280;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2" name="Google Shape;7282;p56"/>
              <p:cNvGrpSpPr/>
              <p:nvPr/>
            </p:nvGrpSpPr>
            <p:grpSpPr>
              <a:xfrm>
                <a:off x="2838475" y="2595741"/>
                <a:ext cx="363719" cy="296825"/>
                <a:chOff x="2838475" y="2595741"/>
                <a:chExt cx="363719" cy="296825"/>
              </a:xfrm>
            </p:grpSpPr>
            <p:grpSp>
              <p:nvGrpSpPr>
                <p:cNvPr id="7283" name="Google Shape;7283;p56"/>
                <p:cNvGrpSpPr/>
                <p:nvPr/>
              </p:nvGrpSpPr>
              <p:grpSpPr>
                <a:xfrm>
                  <a:off x="2838475" y="2794333"/>
                  <a:ext cx="259185" cy="98232"/>
                  <a:chOff x="2838475" y="2794333"/>
                  <a:chExt cx="259185" cy="98232"/>
                </a:xfrm>
              </p:grpSpPr>
              <p:sp>
                <p:nvSpPr>
                  <p:cNvPr id="7284" name="Google Shape;7284;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56"/>
                <p:cNvGrpSpPr/>
                <p:nvPr/>
              </p:nvGrpSpPr>
              <p:grpSpPr>
                <a:xfrm>
                  <a:off x="2977852" y="2595741"/>
                  <a:ext cx="224343" cy="182054"/>
                  <a:chOff x="2977852" y="2595741"/>
                  <a:chExt cx="224343" cy="182054"/>
                </a:xfrm>
              </p:grpSpPr>
              <p:sp>
                <p:nvSpPr>
                  <p:cNvPr id="7288" name="Google Shape;7288;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90" name="Google Shape;7290;p56"/>
            <p:cNvGrpSpPr/>
            <p:nvPr/>
          </p:nvGrpSpPr>
          <p:grpSpPr>
            <a:xfrm>
              <a:off x="2389399" y="3100241"/>
              <a:ext cx="812796" cy="296869"/>
              <a:chOff x="2389399" y="3100241"/>
              <a:chExt cx="812796" cy="296869"/>
            </a:xfrm>
          </p:grpSpPr>
          <p:grpSp>
            <p:nvGrpSpPr>
              <p:cNvPr id="7291" name="Google Shape;7291;p56"/>
              <p:cNvGrpSpPr/>
              <p:nvPr/>
            </p:nvGrpSpPr>
            <p:grpSpPr>
              <a:xfrm>
                <a:off x="2683630" y="3100241"/>
                <a:ext cx="224334" cy="296869"/>
                <a:chOff x="2683630" y="3100241"/>
                <a:chExt cx="224334" cy="296869"/>
              </a:xfrm>
            </p:grpSpPr>
            <p:grpSp>
              <p:nvGrpSpPr>
                <p:cNvPr id="7292" name="Google Shape;7292;p56"/>
                <p:cNvGrpSpPr/>
                <p:nvPr/>
              </p:nvGrpSpPr>
              <p:grpSpPr>
                <a:xfrm>
                  <a:off x="2788083" y="3100241"/>
                  <a:ext cx="15356" cy="98237"/>
                  <a:chOff x="2788083" y="3100241"/>
                  <a:chExt cx="15356" cy="98237"/>
                </a:xfrm>
              </p:grpSpPr>
              <p:sp>
                <p:nvSpPr>
                  <p:cNvPr id="7293" name="Google Shape;7293;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56"/>
                <p:cNvGrpSpPr/>
                <p:nvPr/>
              </p:nvGrpSpPr>
              <p:grpSpPr>
                <a:xfrm>
                  <a:off x="2683630" y="3215065"/>
                  <a:ext cx="224334" cy="182045"/>
                  <a:chOff x="2683630" y="3215065"/>
                  <a:chExt cx="224334" cy="182045"/>
                </a:xfrm>
              </p:grpSpPr>
              <p:sp>
                <p:nvSpPr>
                  <p:cNvPr id="7297" name="Google Shape;7297;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9" name="Google Shape;7299;p56"/>
              <p:cNvGrpSpPr/>
              <p:nvPr/>
            </p:nvGrpSpPr>
            <p:grpSpPr>
              <a:xfrm>
                <a:off x="2389399" y="3100241"/>
                <a:ext cx="363638" cy="296869"/>
                <a:chOff x="2389399" y="3100241"/>
                <a:chExt cx="363638" cy="296869"/>
              </a:xfrm>
            </p:grpSpPr>
            <p:grpSp>
              <p:nvGrpSpPr>
                <p:cNvPr id="7300" name="Google Shape;7300;p56"/>
                <p:cNvGrpSpPr/>
                <p:nvPr/>
              </p:nvGrpSpPr>
              <p:grpSpPr>
                <a:xfrm>
                  <a:off x="2493852" y="3100241"/>
                  <a:ext cx="259185" cy="98237"/>
                  <a:chOff x="2493852" y="3100241"/>
                  <a:chExt cx="259185" cy="98237"/>
                </a:xfrm>
              </p:grpSpPr>
              <p:sp>
                <p:nvSpPr>
                  <p:cNvPr id="7301" name="Google Shape;7301;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56"/>
                <p:cNvGrpSpPr/>
                <p:nvPr/>
              </p:nvGrpSpPr>
              <p:grpSpPr>
                <a:xfrm>
                  <a:off x="2389399" y="3215065"/>
                  <a:ext cx="224343" cy="182045"/>
                  <a:chOff x="2389399" y="3215065"/>
                  <a:chExt cx="224343" cy="182045"/>
                </a:xfrm>
              </p:grpSpPr>
              <p:sp>
                <p:nvSpPr>
                  <p:cNvPr id="7305" name="Google Shape;7305;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7" name="Google Shape;7307;p56"/>
              <p:cNvGrpSpPr/>
              <p:nvPr/>
            </p:nvGrpSpPr>
            <p:grpSpPr>
              <a:xfrm>
                <a:off x="2838475" y="3100241"/>
                <a:ext cx="363719" cy="296869"/>
                <a:chOff x="2838475" y="3100241"/>
                <a:chExt cx="363719" cy="296869"/>
              </a:xfrm>
            </p:grpSpPr>
            <p:grpSp>
              <p:nvGrpSpPr>
                <p:cNvPr id="7308" name="Google Shape;7308;p56"/>
                <p:cNvGrpSpPr/>
                <p:nvPr/>
              </p:nvGrpSpPr>
              <p:grpSpPr>
                <a:xfrm>
                  <a:off x="2838475" y="3100241"/>
                  <a:ext cx="259185" cy="98237"/>
                  <a:chOff x="2838475" y="3100241"/>
                  <a:chExt cx="259185" cy="98237"/>
                </a:xfrm>
              </p:grpSpPr>
              <p:sp>
                <p:nvSpPr>
                  <p:cNvPr id="7309" name="Google Shape;7309;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56"/>
                <p:cNvGrpSpPr/>
                <p:nvPr/>
              </p:nvGrpSpPr>
              <p:grpSpPr>
                <a:xfrm>
                  <a:off x="2977852" y="3215065"/>
                  <a:ext cx="224343" cy="182045"/>
                  <a:chOff x="2977852" y="3215065"/>
                  <a:chExt cx="224343" cy="182045"/>
                </a:xfrm>
              </p:grpSpPr>
              <p:sp>
                <p:nvSpPr>
                  <p:cNvPr id="7313" name="Google Shape;7313;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8" name="Shape 7318"/>
        <p:cNvGrpSpPr/>
        <p:nvPr/>
      </p:nvGrpSpPr>
      <p:grpSpPr>
        <a:xfrm>
          <a:off x="0" y="0"/>
          <a:ext cx="0" cy="0"/>
          <a:chOff x="0" y="0"/>
          <a:chExt cx="0" cy="0"/>
        </a:xfrm>
      </p:grpSpPr>
      <p:grpSp>
        <p:nvGrpSpPr>
          <p:cNvPr id="7319" name="Google Shape;7319;p57"/>
          <p:cNvGrpSpPr/>
          <p:nvPr/>
        </p:nvGrpSpPr>
        <p:grpSpPr>
          <a:xfrm>
            <a:off x="702088" y="3155922"/>
            <a:ext cx="2390414" cy="1024800"/>
            <a:chOff x="728925" y="3296613"/>
            <a:chExt cx="2390414" cy="1024800"/>
          </a:xfrm>
        </p:grpSpPr>
        <p:grpSp>
          <p:nvGrpSpPr>
            <p:cNvPr id="7320" name="Google Shape;7320;p57"/>
            <p:cNvGrpSpPr/>
            <p:nvPr/>
          </p:nvGrpSpPr>
          <p:grpSpPr>
            <a:xfrm>
              <a:off x="728925" y="3619800"/>
              <a:ext cx="2390414" cy="500893"/>
              <a:chOff x="728925" y="3619800"/>
              <a:chExt cx="2390414" cy="500893"/>
            </a:xfrm>
          </p:grpSpPr>
          <p:sp>
            <p:nvSpPr>
              <p:cNvPr id="7321" name="Google Shape;7321;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322" name="Google Shape;7322;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323" name="Google Shape;7323;p57"/>
            <p:cNvGrpSpPr/>
            <p:nvPr/>
          </p:nvGrpSpPr>
          <p:grpSpPr>
            <a:xfrm>
              <a:off x="1348050" y="3296613"/>
              <a:ext cx="1706152" cy="1024800"/>
              <a:chOff x="1348050" y="3296613"/>
              <a:chExt cx="1706152" cy="1024800"/>
            </a:xfrm>
          </p:grpSpPr>
          <p:sp>
            <p:nvSpPr>
              <p:cNvPr id="7324" name="Google Shape;7324;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325" name="Google Shape;7325;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326" name="Google Shape;7326;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327" name="Google Shape;7327;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328" name="Google Shape;7328;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329" name="Google Shape;7329;p57"/>
            <p:cNvGrpSpPr/>
            <p:nvPr/>
          </p:nvGrpSpPr>
          <p:grpSpPr>
            <a:xfrm>
              <a:off x="1455707" y="3654858"/>
              <a:ext cx="1491150" cy="417657"/>
              <a:chOff x="1455707" y="3654858"/>
              <a:chExt cx="1491150" cy="417657"/>
            </a:xfrm>
          </p:grpSpPr>
          <p:sp>
            <p:nvSpPr>
              <p:cNvPr id="7330" name="Google Shape;7330;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350" name="Google Shape;7350;p57"/>
          <p:cNvGraphicFramePr/>
          <p:nvPr/>
        </p:nvGraphicFramePr>
        <p:xfrm>
          <a:off x="5937787" y="2153834"/>
          <a:ext cx="3000000" cy="3000000"/>
        </p:xfrm>
        <a:graphic>
          <a:graphicData uri="http://schemas.openxmlformats.org/drawingml/2006/table">
            <a:tbl>
              <a:tblPr>
                <a:noFill/>
                <a:tableStyleId>{51DCECAC-BBD8-4075-81FF-4BA1F07F7B94}</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351" name="Google Shape;7351;p57"/>
          <p:cNvGrpSpPr/>
          <p:nvPr/>
        </p:nvGrpSpPr>
        <p:grpSpPr>
          <a:xfrm>
            <a:off x="710464" y="981599"/>
            <a:ext cx="2396505" cy="976502"/>
            <a:chOff x="749309" y="1112739"/>
            <a:chExt cx="2371603" cy="976502"/>
          </a:xfrm>
        </p:grpSpPr>
        <p:grpSp>
          <p:nvGrpSpPr>
            <p:cNvPr id="7352" name="Google Shape;7352;p57"/>
            <p:cNvGrpSpPr/>
            <p:nvPr/>
          </p:nvGrpSpPr>
          <p:grpSpPr>
            <a:xfrm>
              <a:off x="1092126" y="1112739"/>
              <a:ext cx="2028786" cy="975464"/>
              <a:chOff x="1092126" y="1112739"/>
              <a:chExt cx="2028786" cy="975464"/>
            </a:xfrm>
          </p:grpSpPr>
          <p:sp>
            <p:nvSpPr>
              <p:cNvPr id="7353" name="Google Shape;7353;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57"/>
            <p:cNvGrpSpPr/>
            <p:nvPr/>
          </p:nvGrpSpPr>
          <p:grpSpPr>
            <a:xfrm>
              <a:off x="749309" y="1112739"/>
              <a:ext cx="314700" cy="975464"/>
              <a:chOff x="749309" y="1112739"/>
              <a:chExt cx="314700" cy="975464"/>
            </a:xfrm>
          </p:grpSpPr>
          <p:sp>
            <p:nvSpPr>
              <p:cNvPr id="7378" name="Google Shape;7378;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2" name="Google Shape;7382;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386" name="Google Shape;7386;p57"/>
          <p:cNvGraphicFramePr/>
          <p:nvPr/>
        </p:nvGraphicFramePr>
        <p:xfrm>
          <a:off x="5937812" y="981584"/>
          <a:ext cx="3000000" cy="3000000"/>
        </p:xfrm>
        <a:graphic>
          <a:graphicData uri="http://schemas.openxmlformats.org/drawingml/2006/table">
            <a:tbl>
              <a:tblPr>
                <a:noFill/>
                <a:tableStyleId>{51DCECAC-BBD8-4075-81FF-4BA1F07F7B94}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387" name="Google Shape;7387;p57"/>
          <p:cNvGraphicFramePr/>
          <p:nvPr/>
        </p:nvGraphicFramePr>
        <p:xfrm>
          <a:off x="3358675" y="2153834"/>
          <a:ext cx="3000000" cy="3000000"/>
        </p:xfrm>
        <a:graphic>
          <a:graphicData uri="http://schemas.openxmlformats.org/drawingml/2006/table">
            <a:tbl>
              <a:tblPr>
                <a:noFill/>
                <a:tableStyleId>{51DCECAC-BBD8-4075-81FF-4BA1F07F7B94}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388" name="Google Shape;7388;p57"/>
          <p:cNvGrpSpPr/>
          <p:nvPr/>
        </p:nvGrpSpPr>
        <p:grpSpPr>
          <a:xfrm>
            <a:off x="3360661" y="3144795"/>
            <a:ext cx="2363377" cy="1047062"/>
            <a:chOff x="3358399" y="3285485"/>
            <a:chExt cx="2363377" cy="1047062"/>
          </a:xfrm>
        </p:grpSpPr>
        <p:grpSp>
          <p:nvGrpSpPr>
            <p:cNvPr id="7389" name="Google Shape;7389;p57"/>
            <p:cNvGrpSpPr/>
            <p:nvPr/>
          </p:nvGrpSpPr>
          <p:grpSpPr>
            <a:xfrm>
              <a:off x="3358412" y="3285485"/>
              <a:ext cx="2363244" cy="139500"/>
              <a:chOff x="3358412" y="3285485"/>
              <a:chExt cx="2363244" cy="139500"/>
            </a:xfrm>
          </p:grpSpPr>
          <p:sp>
            <p:nvSpPr>
              <p:cNvPr id="7390" name="Google Shape;7390;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57"/>
            <p:cNvGrpSpPr/>
            <p:nvPr/>
          </p:nvGrpSpPr>
          <p:grpSpPr>
            <a:xfrm>
              <a:off x="3358412" y="3466996"/>
              <a:ext cx="2363244" cy="139500"/>
              <a:chOff x="3358412" y="3466996"/>
              <a:chExt cx="2363244" cy="139500"/>
            </a:xfrm>
          </p:grpSpPr>
          <p:sp>
            <p:nvSpPr>
              <p:cNvPr id="7396" name="Google Shape;7396;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7"/>
            <p:cNvGrpSpPr/>
            <p:nvPr/>
          </p:nvGrpSpPr>
          <p:grpSpPr>
            <a:xfrm>
              <a:off x="3358412" y="3648507"/>
              <a:ext cx="2363244" cy="139500"/>
              <a:chOff x="3358412" y="3648507"/>
              <a:chExt cx="2363244" cy="139500"/>
            </a:xfrm>
          </p:grpSpPr>
          <p:sp>
            <p:nvSpPr>
              <p:cNvPr id="7402" name="Google Shape;7402;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7"/>
            <p:cNvGrpSpPr/>
            <p:nvPr/>
          </p:nvGrpSpPr>
          <p:grpSpPr>
            <a:xfrm>
              <a:off x="3358412" y="3830018"/>
              <a:ext cx="2363244" cy="139500"/>
              <a:chOff x="3358412" y="3830018"/>
              <a:chExt cx="2363244" cy="139500"/>
            </a:xfrm>
          </p:grpSpPr>
          <p:sp>
            <p:nvSpPr>
              <p:cNvPr id="7408" name="Google Shape;7408;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7"/>
            <p:cNvGrpSpPr/>
            <p:nvPr/>
          </p:nvGrpSpPr>
          <p:grpSpPr>
            <a:xfrm>
              <a:off x="3358399" y="4011514"/>
              <a:ext cx="2363377" cy="139537"/>
              <a:chOff x="3294800" y="4134603"/>
              <a:chExt cx="2638876" cy="152400"/>
            </a:xfrm>
          </p:grpSpPr>
          <p:sp>
            <p:nvSpPr>
              <p:cNvPr id="7414" name="Google Shape;7414;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7"/>
            <p:cNvGrpSpPr/>
            <p:nvPr/>
          </p:nvGrpSpPr>
          <p:grpSpPr>
            <a:xfrm>
              <a:off x="3358399" y="4193010"/>
              <a:ext cx="2363377" cy="139537"/>
              <a:chOff x="3294800" y="4134603"/>
              <a:chExt cx="2638876" cy="152400"/>
            </a:xfrm>
          </p:grpSpPr>
          <p:sp>
            <p:nvSpPr>
              <p:cNvPr id="7420" name="Google Shape;7420;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25" name="Google Shape;7425;p57"/>
          <p:cNvGraphicFramePr/>
          <p:nvPr/>
        </p:nvGraphicFramePr>
        <p:xfrm>
          <a:off x="711463" y="2153834"/>
          <a:ext cx="3000000" cy="3000000"/>
        </p:xfrm>
        <a:graphic>
          <a:graphicData uri="http://schemas.openxmlformats.org/drawingml/2006/table">
            <a:tbl>
              <a:tblPr>
                <a:noFill/>
                <a:tableStyleId>{51DCECAC-BBD8-4075-81FF-4BA1F07F7B94}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426" name="Google Shape;7426;p57"/>
          <p:cNvGrpSpPr/>
          <p:nvPr/>
        </p:nvGrpSpPr>
        <p:grpSpPr>
          <a:xfrm>
            <a:off x="4161132" y="2557649"/>
            <a:ext cx="1302095" cy="60959"/>
            <a:chOff x="3558802" y="4011427"/>
            <a:chExt cx="1866000" cy="111300"/>
          </a:xfrm>
        </p:grpSpPr>
        <p:sp>
          <p:nvSpPr>
            <p:cNvPr id="7427" name="Google Shape;7427;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7"/>
          <p:cNvGrpSpPr/>
          <p:nvPr/>
        </p:nvGrpSpPr>
        <p:grpSpPr>
          <a:xfrm>
            <a:off x="4706620" y="2839808"/>
            <a:ext cx="914340" cy="60959"/>
            <a:chOff x="3558802" y="4011427"/>
            <a:chExt cx="1866000" cy="111300"/>
          </a:xfrm>
        </p:grpSpPr>
        <p:sp>
          <p:nvSpPr>
            <p:cNvPr id="7430" name="Google Shape;7430;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7"/>
          <p:cNvGrpSpPr/>
          <p:nvPr/>
        </p:nvGrpSpPr>
        <p:grpSpPr>
          <a:xfrm>
            <a:off x="5871419" y="3167606"/>
            <a:ext cx="2522867" cy="1001454"/>
            <a:chOff x="1904318" y="789980"/>
            <a:chExt cx="1489472" cy="606868"/>
          </a:xfrm>
        </p:grpSpPr>
        <p:cxnSp>
          <p:nvCxnSpPr>
            <p:cNvPr id="7433" name="Google Shape;7433;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34" name="Google Shape;7434;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35" name="Google Shape;7435;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436" name="Google Shape;7436;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437" name="Google Shape;7437;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438" name="Google Shape;7438;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439" name="Google Shape;7439;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440" name="Google Shape;7440;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447" name="Google Shape;7447;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448" name="Google Shape;7448;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449" name="Google Shape;7449;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57"/>
          <p:cNvGrpSpPr/>
          <p:nvPr/>
        </p:nvGrpSpPr>
        <p:grpSpPr>
          <a:xfrm>
            <a:off x="3355824" y="951642"/>
            <a:ext cx="2363393" cy="1005865"/>
            <a:chOff x="3292400" y="1193188"/>
            <a:chExt cx="2615240" cy="1131075"/>
          </a:xfrm>
        </p:grpSpPr>
        <p:sp>
          <p:nvSpPr>
            <p:cNvPr id="7451" name="Google Shape;7451;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52" name="Google Shape;7452;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53" name="Google Shape;7453;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454" name="Google Shape;7454;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455" name="Google Shape;7455;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456" name="Google Shape;7456;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457" name="Google Shape;7457;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458" name="Google Shape;7458;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459" name="Google Shape;7459;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460" name="Google Shape;7460;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461" name="Google Shape;7461;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62" name="Google Shape;7462;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463" name="Google Shape;7463;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64" name="Google Shape;7464;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465" name="Google Shape;7465;p57"/>
            <p:cNvGrpSpPr/>
            <p:nvPr/>
          </p:nvGrpSpPr>
          <p:grpSpPr>
            <a:xfrm>
              <a:off x="3748438" y="1378608"/>
              <a:ext cx="2159202" cy="903971"/>
              <a:chOff x="1683525" y="2179850"/>
              <a:chExt cx="4519050" cy="2134525"/>
            </a:xfrm>
          </p:grpSpPr>
          <p:sp>
            <p:nvSpPr>
              <p:cNvPr id="7466" name="Google Shape;7466;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7" name="Google Shape;7467;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8" name="Google Shape;7468;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9" name="Google Shape;7469;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0" name="Google Shape;7470;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1" name="Google Shape;7471;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2" name="Google Shape;7472;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3" name="Google Shape;7473;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4" name="Google Shape;7474;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5" name="Google Shape;7475;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6" name="Google Shape;7476;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7" name="Google Shape;7477;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1" name="Shape 7481"/>
        <p:cNvGrpSpPr/>
        <p:nvPr/>
      </p:nvGrpSpPr>
      <p:grpSpPr>
        <a:xfrm>
          <a:off x="0" y="0"/>
          <a:ext cx="0" cy="0"/>
          <a:chOff x="0" y="0"/>
          <a:chExt cx="0" cy="0"/>
        </a:xfrm>
      </p:grpSpPr>
      <p:grpSp>
        <p:nvGrpSpPr>
          <p:cNvPr id="7482" name="Google Shape;7482;p58"/>
          <p:cNvGrpSpPr/>
          <p:nvPr/>
        </p:nvGrpSpPr>
        <p:grpSpPr>
          <a:xfrm>
            <a:off x="4796690" y="970938"/>
            <a:ext cx="745431" cy="718863"/>
            <a:chOff x="4249973" y="1201875"/>
            <a:chExt cx="1958568" cy="1888762"/>
          </a:xfrm>
        </p:grpSpPr>
        <p:sp>
          <p:nvSpPr>
            <p:cNvPr id="7483" name="Google Shape;7483;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58"/>
            <p:cNvGrpSpPr/>
            <p:nvPr/>
          </p:nvGrpSpPr>
          <p:grpSpPr>
            <a:xfrm>
              <a:off x="5853086" y="1789142"/>
              <a:ext cx="355454" cy="1048099"/>
              <a:chOff x="5576108" y="2016725"/>
              <a:chExt cx="565200" cy="1666560"/>
            </a:xfrm>
          </p:grpSpPr>
          <p:sp>
            <p:nvSpPr>
              <p:cNvPr id="7485" name="Google Shape;7485;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86" name="Google Shape;7486;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8"/>
            <p:cNvGrpSpPr/>
            <p:nvPr/>
          </p:nvGrpSpPr>
          <p:grpSpPr>
            <a:xfrm>
              <a:off x="4869455" y="2691676"/>
              <a:ext cx="1013897" cy="398961"/>
              <a:chOff x="4012057" y="3451825"/>
              <a:chExt cx="1612175" cy="634379"/>
            </a:xfrm>
          </p:grpSpPr>
          <p:sp>
            <p:nvSpPr>
              <p:cNvPr id="7488" name="Google Shape;7488;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89" name="Google Shape;7489;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58"/>
            <p:cNvGrpSpPr/>
            <p:nvPr/>
          </p:nvGrpSpPr>
          <p:grpSpPr>
            <a:xfrm>
              <a:off x="4276937" y="2155961"/>
              <a:ext cx="651965" cy="891358"/>
              <a:chOff x="3069908" y="2599997"/>
              <a:chExt cx="1036675" cy="1417328"/>
            </a:xfrm>
          </p:grpSpPr>
          <p:sp>
            <p:nvSpPr>
              <p:cNvPr id="7491" name="Google Shape;7491;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92" name="Google Shape;7492;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8"/>
            <p:cNvGrpSpPr/>
            <p:nvPr/>
          </p:nvGrpSpPr>
          <p:grpSpPr>
            <a:xfrm>
              <a:off x="5054918" y="1201875"/>
              <a:ext cx="999548" cy="602711"/>
              <a:chOff x="4306958" y="1082925"/>
              <a:chExt cx="1589359" cy="958358"/>
            </a:xfrm>
          </p:grpSpPr>
          <p:sp>
            <p:nvSpPr>
              <p:cNvPr id="7494" name="Google Shape;7494;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95" name="Google Shape;7495;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58"/>
            <p:cNvGrpSpPr/>
            <p:nvPr/>
          </p:nvGrpSpPr>
          <p:grpSpPr>
            <a:xfrm>
              <a:off x="4249973" y="1303451"/>
              <a:ext cx="799317" cy="841334"/>
              <a:chOff x="3027033" y="1244439"/>
              <a:chExt cx="1270977" cy="1337786"/>
            </a:xfrm>
          </p:grpSpPr>
          <p:sp>
            <p:nvSpPr>
              <p:cNvPr id="7497" name="Google Shape;7497;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98" name="Google Shape;7498;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9" name="Google Shape;7499;p58"/>
          <p:cNvGrpSpPr/>
          <p:nvPr/>
        </p:nvGrpSpPr>
        <p:grpSpPr>
          <a:xfrm>
            <a:off x="713063" y="1849388"/>
            <a:ext cx="761767" cy="729896"/>
            <a:chOff x="2657744" y="2337745"/>
            <a:chExt cx="832987" cy="798137"/>
          </a:xfrm>
        </p:grpSpPr>
        <p:sp>
          <p:nvSpPr>
            <p:cNvPr id="7500" name="Google Shape;7500;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58"/>
          <p:cNvGrpSpPr/>
          <p:nvPr/>
        </p:nvGrpSpPr>
        <p:grpSpPr>
          <a:xfrm>
            <a:off x="3224027" y="1852594"/>
            <a:ext cx="685569" cy="723586"/>
            <a:chOff x="3398134" y="2057755"/>
            <a:chExt cx="704087" cy="743130"/>
          </a:xfrm>
        </p:grpSpPr>
        <p:grpSp>
          <p:nvGrpSpPr>
            <p:cNvPr id="7507" name="Google Shape;7507;p58"/>
            <p:cNvGrpSpPr/>
            <p:nvPr/>
          </p:nvGrpSpPr>
          <p:grpSpPr>
            <a:xfrm>
              <a:off x="3398134" y="2290183"/>
              <a:ext cx="315300" cy="219900"/>
              <a:chOff x="3398134" y="2290183"/>
              <a:chExt cx="315300" cy="219900"/>
            </a:xfrm>
          </p:grpSpPr>
          <p:sp>
            <p:nvSpPr>
              <p:cNvPr id="7508" name="Google Shape;7508;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09" name="Google Shape;7509;p58"/>
              <p:cNvCxnSpPr>
                <a:stCxn id="750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510" name="Google Shape;7510;p58"/>
            <p:cNvGrpSpPr/>
            <p:nvPr/>
          </p:nvGrpSpPr>
          <p:grpSpPr>
            <a:xfrm>
              <a:off x="3547823" y="2467358"/>
              <a:ext cx="219900" cy="333527"/>
              <a:chOff x="3547823" y="2467358"/>
              <a:chExt cx="219900" cy="333527"/>
            </a:xfrm>
          </p:grpSpPr>
          <p:sp>
            <p:nvSpPr>
              <p:cNvPr id="7511" name="Google Shape;7511;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12" name="Google Shape;7512;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513" name="Google Shape;7513;p58"/>
            <p:cNvGrpSpPr/>
            <p:nvPr/>
          </p:nvGrpSpPr>
          <p:grpSpPr>
            <a:xfrm>
              <a:off x="3734138" y="2467358"/>
              <a:ext cx="219900" cy="333527"/>
              <a:chOff x="3734138" y="2467358"/>
              <a:chExt cx="219900" cy="333527"/>
            </a:xfrm>
          </p:grpSpPr>
          <p:sp>
            <p:nvSpPr>
              <p:cNvPr id="7514" name="Google Shape;7514;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15" name="Google Shape;7515;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516" name="Google Shape;7516;p58"/>
            <p:cNvGrpSpPr/>
            <p:nvPr/>
          </p:nvGrpSpPr>
          <p:grpSpPr>
            <a:xfrm>
              <a:off x="3787560" y="2288011"/>
              <a:ext cx="314661" cy="219900"/>
              <a:chOff x="3787560" y="2288011"/>
              <a:chExt cx="314661" cy="219900"/>
            </a:xfrm>
          </p:grpSpPr>
          <p:sp>
            <p:nvSpPr>
              <p:cNvPr id="7517" name="Google Shape;7517;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18" name="Google Shape;7518;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519" name="Google Shape;7519;p58"/>
            <p:cNvGrpSpPr/>
            <p:nvPr/>
          </p:nvGrpSpPr>
          <p:grpSpPr>
            <a:xfrm>
              <a:off x="3637290" y="2057755"/>
              <a:ext cx="219900" cy="335499"/>
              <a:chOff x="3637290" y="2057755"/>
              <a:chExt cx="219900" cy="335499"/>
            </a:xfrm>
          </p:grpSpPr>
          <p:sp>
            <p:nvSpPr>
              <p:cNvPr id="7520" name="Google Shape;7520;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521" name="Google Shape;7521;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522" name="Google Shape;7522;p58"/>
          <p:cNvGrpSpPr/>
          <p:nvPr/>
        </p:nvGrpSpPr>
        <p:grpSpPr>
          <a:xfrm>
            <a:off x="4899249" y="1859290"/>
            <a:ext cx="710153" cy="710153"/>
            <a:chOff x="5007123" y="2079403"/>
            <a:chExt cx="687600" cy="687600"/>
          </a:xfrm>
        </p:grpSpPr>
        <p:sp>
          <p:nvSpPr>
            <p:cNvPr id="7523" name="Google Shape;7523;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8"/>
          <p:cNvGrpSpPr/>
          <p:nvPr/>
        </p:nvGrpSpPr>
        <p:grpSpPr>
          <a:xfrm>
            <a:off x="5708687" y="1853796"/>
            <a:ext cx="720998" cy="721183"/>
            <a:chOff x="5797446" y="2063053"/>
            <a:chExt cx="698100" cy="698280"/>
          </a:xfrm>
        </p:grpSpPr>
        <p:sp>
          <p:nvSpPr>
            <p:cNvPr id="7528" name="Google Shape;7528;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58"/>
          <p:cNvGrpSpPr/>
          <p:nvPr/>
        </p:nvGrpSpPr>
        <p:grpSpPr>
          <a:xfrm>
            <a:off x="8153834" y="3499401"/>
            <a:ext cx="280585" cy="673164"/>
            <a:chOff x="8075075" y="3754290"/>
            <a:chExt cx="255612" cy="613194"/>
          </a:xfrm>
        </p:grpSpPr>
        <p:grpSp>
          <p:nvGrpSpPr>
            <p:cNvPr id="7533" name="Google Shape;7533;p58"/>
            <p:cNvGrpSpPr/>
            <p:nvPr/>
          </p:nvGrpSpPr>
          <p:grpSpPr>
            <a:xfrm>
              <a:off x="8075075" y="3754290"/>
              <a:ext cx="255612" cy="613194"/>
              <a:chOff x="8075075" y="3754290"/>
              <a:chExt cx="255612" cy="613194"/>
            </a:xfrm>
          </p:grpSpPr>
          <p:sp>
            <p:nvSpPr>
              <p:cNvPr id="7534" name="Google Shape;7534;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6" name="Google Shape;7536;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58"/>
          <p:cNvGrpSpPr/>
          <p:nvPr/>
        </p:nvGrpSpPr>
        <p:grpSpPr>
          <a:xfrm>
            <a:off x="5270892" y="3488198"/>
            <a:ext cx="470352" cy="683745"/>
            <a:chOff x="1697726" y="3244179"/>
            <a:chExt cx="788124" cy="1146069"/>
          </a:xfrm>
        </p:grpSpPr>
        <p:sp>
          <p:nvSpPr>
            <p:cNvPr id="7538" name="Google Shape;7538;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58"/>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1" name="Google Shape;7541;p58"/>
          <p:cNvGrpSpPr/>
          <p:nvPr/>
        </p:nvGrpSpPr>
        <p:grpSpPr>
          <a:xfrm>
            <a:off x="5892043" y="3499400"/>
            <a:ext cx="293891" cy="293845"/>
            <a:chOff x="6134814" y="3754290"/>
            <a:chExt cx="293891" cy="293845"/>
          </a:xfrm>
        </p:grpSpPr>
        <p:sp>
          <p:nvSpPr>
            <p:cNvPr id="7542" name="Google Shape;7542;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58"/>
          <p:cNvGrpSpPr/>
          <p:nvPr/>
        </p:nvGrpSpPr>
        <p:grpSpPr>
          <a:xfrm>
            <a:off x="5892043" y="3878071"/>
            <a:ext cx="293891" cy="293891"/>
            <a:chOff x="6134814" y="4086186"/>
            <a:chExt cx="293891" cy="293891"/>
          </a:xfrm>
        </p:grpSpPr>
        <p:sp>
          <p:nvSpPr>
            <p:cNvPr id="7545" name="Google Shape;7545;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58"/>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8"/>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58"/>
          <p:cNvGrpSpPr/>
          <p:nvPr/>
        </p:nvGrpSpPr>
        <p:grpSpPr>
          <a:xfrm>
            <a:off x="7817018" y="2706764"/>
            <a:ext cx="622883" cy="621944"/>
            <a:chOff x="1187048" y="238125"/>
            <a:chExt cx="5256397" cy="5248476"/>
          </a:xfrm>
        </p:grpSpPr>
        <p:sp>
          <p:nvSpPr>
            <p:cNvPr id="7550" name="Google Shape;7550;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58"/>
          <p:cNvGrpSpPr/>
          <p:nvPr/>
        </p:nvGrpSpPr>
        <p:grpSpPr>
          <a:xfrm>
            <a:off x="2274123" y="2716372"/>
            <a:ext cx="1310987" cy="612407"/>
            <a:chOff x="238125" y="1188750"/>
            <a:chExt cx="7140450" cy="3335550"/>
          </a:xfrm>
        </p:grpSpPr>
        <p:sp>
          <p:nvSpPr>
            <p:cNvPr id="7555" name="Google Shape;7555;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8"/>
          <p:cNvGrpSpPr/>
          <p:nvPr/>
        </p:nvGrpSpPr>
        <p:grpSpPr>
          <a:xfrm>
            <a:off x="6599995" y="2706927"/>
            <a:ext cx="1110299" cy="621702"/>
            <a:chOff x="238125" y="1335475"/>
            <a:chExt cx="5418735" cy="3034175"/>
          </a:xfrm>
        </p:grpSpPr>
        <p:sp>
          <p:nvSpPr>
            <p:cNvPr id="7561" name="Google Shape;7561;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58"/>
          <p:cNvGrpSpPr/>
          <p:nvPr/>
        </p:nvGrpSpPr>
        <p:grpSpPr>
          <a:xfrm>
            <a:off x="5417655" y="2703824"/>
            <a:ext cx="1074451" cy="627181"/>
            <a:chOff x="5359127" y="2910889"/>
            <a:chExt cx="1097723" cy="640831"/>
          </a:xfrm>
        </p:grpSpPr>
        <p:grpSp>
          <p:nvGrpSpPr>
            <p:cNvPr id="7565" name="Google Shape;7565;p58"/>
            <p:cNvGrpSpPr/>
            <p:nvPr/>
          </p:nvGrpSpPr>
          <p:grpSpPr>
            <a:xfrm>
              <a:off x="5929791" y="3263088"/>
              <a:ext cx="527060" cy="287097"/>
              <a:chOff x="5929791" y="3263088"/>
              <a:chExt cx="527060" cy="287097"/>
            </a:xfrm>
          </p:grpSpPr>
          <p:sp>
            <p:nvSpPr>
              <p:cNvPr id="7566" name="Google Shape;7566;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67" name="Google Shape;7567;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68" name="Google Shape;7568;p58"/>
            <p:cNvGrpSpPr/>
            <p:nvPr/>
          </p:nvGrpSpPr>
          <p:grpSpPr>
            <a:xfrm>
              <a:off x="5359127" y="3263089"/>
              <a:ext cx="526428" cy="288631"/>
              <a:chOff x="5359127" y="3263089"/>
              <a:chExt cx="526428" cy="288631"/>
            </a:xfrm>
          </p:grpSpPr>
          <p:sp>
            <p:nvSpPr>
              <p:cNvPr id="7569" name="Google Shape;7569;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70" name="Google Shape;7570;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71" name="Google Shape;7571;p58"/>
            <p:cNvGrpSpPr/>
            <p:nvPr/>
          </p:nvGrpSpPr>
          <p:grpSpPr>
            <a:xfrm>
              <a:off x="5551525" y="2910889"/>
              <a:ext cx="520901" cy="610283"/>
              <a:chOff x="5551525" y="2910889"/>
              <a:chExt cx="520901" cy="610283"/>
            </a:xfrm>
          </p:grpSpPr>
          <p:sp>
            <p:nvSpPr>
              <p:cNvPr id="7572" name="Google Shape;7572;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73" name="Google Shape;7573;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74" name="Google Shape;7574;p58"/>
            <p:cNvGrpSpPr/>
            <p:nvPr/>
          </p:nvGrpSpPr>
          <p:grpSpPr>
            <a:xfrm>
              <a:off x="5743962" y="2919100"/>
              <a:ext cx="623674" cy="284502"/>
              <a:chOff x="5743962" y="2919100"/>
              <a:chExt cx="623674" cy="284502"/>
            </a:xfrm>
          </p:grpSpPr>
          <p:sp>
            <p:nvSpPr>
              <p:cNvPr id="7575" name="Google Shape;7575;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76" name="Google Shape;7576;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577" name="Google Shape;7577;p58"/>
          <p:cNvGrpSpPr/>
          <p:nvPr/>
        </p:nvGrpSpPr>
        <p:grpSpPr>
          <a:xfrm>
            <a:off x="7568868" y="1854536"/>
            <a:ext cx="874976" cy="719600"/>
            <a:chOff x="7608988" y="2093194"/>
            <a:chExt cx="817276" cy="672147"/>
          </a:xfrm>
        </p:grpSpPr>
        <p:cxnSp>
          <p:nvCxnSpPr>
            <p:cNvPr id="7578" name="Google Shape;7578;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79" name="Google Shape;7579;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80" name="Google Shape;7580;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81" name="Google Shape;7581;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82" name="Google Shape;7582;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583" name="Google Shape;7583;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584" name="Google Shape;7584;p58"/>
            <p:cNvGrpSpPr/>
            <p:nvPr/>
          </p:nvGrpSpPr>
          <p:grpSpPr>
            <a:xfrm>
              <a:off x="7721175" y="2093194"/>
              <a:ext cx="599587" cy="623846"/>
              <a:chOff x="7721175" y="2093194"/>
              <a:chExt cx="599587" cy="623846"/>
            </a:xfrm>
          </p:grpSpPr>
          <p:grpSp>
            <p:nvGrpSpPr>
              <p:cNvPr id="7585" name="Google Shape;7585;p58"/>
              <p:cNvGrpSpPr/>
              <p:nvPr/>
            </p:nvGrpSpPr>
            <p:grpSpPr>
              <a:xfrm>
                <a:off x="7721175" y="2093194"/>
                <a:ext cx="291605" cy="623846"/>
                <a:chOff x="9405575" y="2061418"/>
                <a:chExt cx="291605" cy="623846"/>
              </a:xfrm>
            </p:grpSpPr>
            <p:sp>
              <p:nvSpPr>
                <p:cNvPr id="7586" name="Google Shape;7586;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8"/>
              <p:cNvGrpSpPr/>
              <p:nvPr/>
            </p:nvGrpSpPr>
            <p:grpSpPr>
              <a:xfrm flipH="1">
                <a:off x="8029157" y="2093194"/>
                <a:ext cx="291605" cy="623846"/>
                <a:chOff x="9405575" y="2061418"/>
                <a:chExt cx="291605" cy="623846"/>
              </a:xfrm>
            </p:grpSpPr>
            <p:sp>
              <p:nvSpPr>
                <p:cNvPr id="7594" name="Google Shape;7594;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01" name="Google Shape;7601;p58"/>
          <p:cNvGrpSpPr/>
          <p:nvPr/>
        </p:nvGrpSpPr>
        <p:grpSpPr>
          <a:xfrm>
            <a:off x="4013304" y="970938"/>
            <a:ext cx="712557" cy="785901"/>
            <a:chOff x="4206459" y="1191441"/>
            <a:chExt cx="712557" cy="785901"/>
          </a:xfrm>
        </p:grpSpPr>
        <p:sp>
          <p:nvSpPr>
            <p:cNvPr id="7602" name="Google Shape;7602;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6" name="Google Shape;7606;p58"/>
            <p:cNvGrpSpPr/>
            <p:nvPr/>
          </p:nvGrpSpPr>
          <p:grpSpPr>
            <a:xfrm>
              <a:off x="4644280" y="1290523"/>
              <a:ext cx="143716" cy="29463"/>
              <a:chOff x="4644280" y="1290523"/>
              <a:chExt cx="143716" cy="29463"/>
            </a:xfrm>
          </p:grpSpPr>
          <p:sp>
            <p:nvSpPr>
              <p:cNvPr id="7607" name="Google Shape;7607;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58"/>
            <p:cNvGrpSpPr/>
            <p:nvPr/>
          </p:nvGrpSpPr>
          <p:grpSpPr>
            <a:xfrm>
              <a:off x="4356567" y="1191441"/>
              <a:ext cx="143690" cy="29488"/>
              <a:chOff x="4356567" y="1191441"/>
              <a:chExt cx="143690" cy="29488"/>
            </a:xfrm>
          </p:grpSpPr>
          <p:sp>
            <p:nvSpPr>
              <p:cNvPr id="7612" name="Google Shape;7612;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8"/>
            <p:cNvGrpSpPr/>
            <p:nvPr/>
          </p:nvGrpSpPr>
          <p:grpSpPr>
            <a:xfrm>
              <a:off x="4339009" y="1863727"/>
              <a:ext cx="143703" cy="29476"/>
              <a:chOff x="4339009" y="1863727"/>
              <a:chExt cx="143703" cy="29476"/>
            </a:xfrm>
          </p:grpSpPr>
          <p:sp>
            <p:nvSpPr>
              <p:cNvPr id="7617" name="Google Shape;7617;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8"/>
            <p:cNvGrpSpPr/>
            <p:nvPr/>
          </p:nvGrpSpPr>
          <p:grpSpPr>
            <a:xfrm>
              <a:off x="4206459" y="1607315"/>
              <a:ext cx="29539" cy="142899"/>
              <a:chOff x="4206459" y="1607315"/>
              <a:chExt cx="29539" cy="142899"/>
            </a:xfrm>
          </p:grpSpPr>
          <p:sp>
            <p:nvSpPr>
              <p:cNvPr id="7622" name="Google Shape;7622;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6" name="Google Shape;7626;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0" name="Google Shape;7630;p58"/>
            <p:cNvGrpSpPr/>
            <p:nvPr/>
          </p:nvGrpSpPr>
          <p:grpSpPr>
            <a:xfrm>
              <a:off x="4889463" y="1423737"/>
              <a:ext cx="29552" cy="142899"/>
              <a:chOff x="4889463" y="1423737"/>
              <a:chExt cx="29552" cy="142899"/>
            </a:xfrm>
          </p:grpSpPr>
          <p:sp>
            <p:nvSpPr>
              <p:cNvPr id="7631" name="Google Shape;7631;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8"/>
            <p:cNvGrpSpPr/>
            <p:nvPr/>
          </p:nvGrpSpPr>
          <p:grpSpPr>
            <a:xfrm>
              <a:off x="4771663" y="1876896"/>
              <a:ext cx="108651" cy="100447"/>
              <a:chOff x="4771663" y="1876896"/>
              <a:chExt cx="108651" cy="100447"/>
            </a:xfrm>
          </p:grpSpPr>
          <p:sp>
            <p:nvSpPr>
              <p:cNvPr id="7636" name="Google Shape;7636;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0" name="Google Shape;7640;p58"/>
          <p:cNvGrpSpPr/>
          <p:nvPr/>
        </p:nvGrpSpPr>
        <p:grpSpPr>
          <a:xfrm>
            <a:off x="4008780" y="1854161"/>
            <a:ext cx="791287" cy="720350"/>
            <a:chOff x="267375" y="1071875"/>
            <a:chExt cx="470500" cy="428550"/>
          </a:xfrm>
        </p:grpSpPr>
        <p:sp>
          <p:nvSpPr>
            <p:cNvPr id="7641" name="Google Shape;7641;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58"/>
          <p:cNvGrpSpPr/>
          <p:nvPr/>
        </p:nvGrpSpPr>
        <p:grpSpPr>
          <a:xfrm>
            <a:off x="709275" y="3498791"/>
            <a:ext cx="1408444" cy="673166"/>
            <a:chOff x="712664" y="3693287"/>
            <a:chExt cx="1460738" cy="698160"/>
          </a:xfrm>
        </p:grpSpPr>
        <p:grpSp>
          <p:nvGrpSpPr>
            <p:cNvPr id="7650" name="Google Shape;7650;p58"/>
            <p:cNvGrpSpPr/>
            <p:nvPr/>
          </p:nvGrpSpPr>
          <p:grpSpPr>
            <a:xfrm>
              <a:off x="1380079" y="4133090"/>
              <a:ext cx="234048" cy="258099"/>
              <a:chOff x="1380079" y="4133090"/>
              <a:chExt cx="234048" cy="258099"/>
            </a:xfrm>
          </p:grpSpPr>
          <p:sp>
            <p:nvSpPr>
              <p:cNvPr id="7651" name="Google Shape;7651;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58"/>
            <p:cNvGrpSpPr/>
            <p:nvPr/>
          </p:nvGrpSpPr>
          <p:grpSpPr>
            <a:xfrm>
              <a:off x="884610" y="3864082"/>
              <a:ext cx="1118566" cy="527275"/>
              <a:chOff x="890961" y="3865463"/>
              <a:chExt cx="1115221" cy="525698"/>
            </a:xfrm>
          </p:grpSpPr>
          <p:sp>
            <p:nvSpPr>
              <p:cNvPr id="7655" name="Google Shape;7655;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58"/>
            <p:cNvGrpSpPr/>
            <p:nvPr/>
          </p:nvGrpSpPr>
          <p:grpSpPr>
            <a:xfrm>
              <a:off x="712664" y="3693287"/>
              <a:ext cx="1460738" cy="698160"/>
              <a:chOff x="712664" y="3693025"/>
              <a:chExt cx="1460738" cy="698160"/>
            </a:xfrm>
          </p:grpSpPr>
          <p:sp>
            <p:nvSpPr>
              <p:cNvPr id="7659" name="Google Shape;7659;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5" name="Google Shape;7665;p58"/>
          <p:cNvGrpSpPr/>
          <p:nvPr/>
        </p:nvGrpSpPr>
        <p:grpSpPr>
          <a:xfrm>
            <a:off x="3146990" y="970938"/>
            <a:ext cx="795485" cy="738831"/>
            <a:chOff x="3348603" y="1236445"/>
            <a:chExt cx="749256" cy="695894"/>
          </a:xfrm>
        </p:grpSpPr>
        <p:grpSp>
          <p:nvGrpSpPr>
            <p:cNvPr id="7666" name="Google Shape;7666;p58"/>
            <p:cNvGrpSpPr/>
            <p:nvPr/>
          </p:nvGrpSpPr>
          <p:grpSpPr>
            <a:xfrm>
              <a:off x="3583779" y="1236445"/>
              <a:ext cx="293795" cy="285811"/>
              <a:chOff x="3750225" y="1774000"/>
              <a:chExt cx="149575" cy="145525"/>
            </a:xfrm>
          </p:grpSpPr>
          <p:sp>
            <p:nvSpPr>
              <p:cNvPr id="7667" name="Google Shape;7667;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58"/>
            <p:cNvGrpSpPr/>
            <p:nvPr/>
          </p:nvGrpSpPr>
          <p:grpSpPr>
            <a:xfrm>
              <a:off x="3775534" y="1462599"/>
              <a:ext cx="322325" cy="285958"/>
              <a:chOff x="3847850" y="1889150"/>
              <a:chExt cx="164100" cy="145600"/>
            </a:xfrm>
          </p:grpSpPr>
          <p:sp>
            <p:nvSpPr>
              <p:cNvPr id="7670" name="Google Shape;7670;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58"/>
            <p:cNvGrpSpPr/>
            <p:nvPr/>
          </p:nvGrpSpPr>
          <p:grpSpPr>
            <a:xfrm>
              <a:off x="3545329" y="1646528"/>
              <a:ext cx="293746" cy="285811"/>
              <a:chOff x="3730650" y="1982800"/>
              <a:chExt cx="149550" cy="145525"/>
            </a:xfrm>
          </p:grpSpPr>
          <p:sp>
            <p:nvSpPr>
              <p:cNvPr id="7673" name="Google Shape;7673;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58"/>
            <p:cNvGrpSpPr/>
            <p:nvPr/>
          </p:nvGrpSpPr>
          <p:grpSpPr>
            <a:xfrm>
              <a:off x="3348603" y="1415046"/>
              <a:ext cx="294384" cy="284387"/>
              <a:chOff x="3630494" y="1864938"/>
              <a:chExt cx="149875" cy="144800"/>
            </a:xfrm>
          </p:grpSpPr>
          <p:sp>
            <p:nvSpPr>
              <p:cNvPr id="7676" name="Google Shape;7676;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8" name="Google Shape;7678;p58"/>
          <p:cNvGrpSpPr/>
          <p:nvPr/>
        </p:nvGrpSpPr>
        <p:grpSpPr>
          <a:xfrm>
            <a:off x="2268517" y="3493834"/>
            <a:ext cx="1324924" cy="678083"/>
            <a:chOff x="2413923" y="3711366"/>
            <a:chExt cx="1374117" cy="703260"/>
          </a:xfrm>
        </p:grpSpPr>
        <p:grpSp>
          <p:nvGrpSpPr>
            <p:cNvPr id="7679" name="Google Shape;7679;p58"/>
            <p:cNvGrpSpPr/>
            <p:nvPr/>
          </p:nvGrpSpPr>
          <p:grpSpPr>
            <a:xfrm>
              <a:off x="2413923" y="3711366"/>
              <a:ext cx="1374117" cy="703260"/>
              <a:chOff x="2413923" y="3711366"/>
              <a:chExt cx="1374117" cy="703260"/>
            </a:xfrm>
          </p:grpSpPr>
          <p:sp>
            <p:nvSpPr>
              <p:cNvPr id="7680" name="Google Shape;7680;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58"/>
              <p:cNvGrpSpPr/>
              <p:nvPr/>
            </p:nvGrpSpPr>
            <p:grpSpPr>
              <a:xfrm>
                <a:off x="2600284" y="3808654"/>
                <a:ext cx="234506" cy="138009"/>
                <a:chOff x="2600284" y="3808654"/>
                <a:chExt cx="234506" cy="138009"/>
              </a:xfrm>
            </p:grpSpPr>
            <p:sp>
              <p:nvSpPr>
                <p:cNvPr id="7682" name="Google Shape;7682;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3" name="Google Shape;7683;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84" name="Google Shape;7684;p58"/>
              <p:cNvGrpSpPr/>
              <p:nvPr/>
            </p:nvGrpSpPr>
            <p:grpSpPr>
              <a:xfrm>
                <a:off x="3359659" y="3805664"/>
                <a:ext cx="232294" cy="141000"/>
                <a:chOff x="3359659" y="3805664"/>
                <a:chExt cx="232294" cy="141000"/>
              </a:xfrm>
            </p:grpSpPr>
            <p:sp>
              <p:nvSpPr>
                <p:cNvPr id="7685" name="Google Shape;7685;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6" name="Google Shape;7686;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87" name="Google Shape;7687;p58"/>
              <p:cNvGrpSpPr/>
              <p:nvPr/>
            </p:nvGrpSpPr>
            <p:grpSpPr>
              <a:xfrm>
                <a:off x="3067316" y="3711366"/>
                <a:ext cx="66900" cy="166809"/>
                <a:chOff x="3067316" y="3711366"/>
                <a:chExt cx="66900" cy="166809"/>
              </a:xfrm>
            </p:grpSpPr>
            <p:sp>
              <p:nvSpPr>
                <p:cNvPr id="7688" name="Google Shape;7688;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9" name="Google Shape;7689;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90" name="Google Shape;7690;p58"/>
              <p:cNvGrpSpPr/>
              <p:nvPr/>
            </p:nvGrpSpPr>
            <p:grpSpPr>
              <a:xfrm>
                <a:off x="2413923" y="4058666"/>
                <a:ext cx="224119" cy="66900"/>
                <a:chOff x="2413923" y="4058666"/>
                <a:chExt cx="224119" cy="66900"/>
              </a:xfrm>
            </p:grpSpPr>
            <p:sp>
              <p:nvSpPr>
                <p:cNvPr id="7691" name="Google Shape;7691;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2" name="Google Shape;7692;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93" name="Google Shape;7693;p58"/>
              <p:cNvGrpSpPr/>
              <p:nvPr/>
            </p:nvGrpSpPr>
            <p:grpSpPr>
              <a:xfrm>
                <a:off x="3564643" y="4058666"/>
                <a:ext cx="223397" cy="66900"/>
                <a:chOff x="3564643" y="4058666"/>
                <a:chExt cx="223397" cy="66900"/>
              </a:xfrm>
            </p:grpSpPr>
            <p:sp>
              <p:nvSpPr>
                <p:cNvPr id="7694" name="Google Shape;7694;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5" name="Google Shape;7695;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696" name="Google Shape;7696;p58"/>
            <p:cNvGrpSpPr/>
            <p:nvPr/>
          </p:nvGrpSpPr>
          <p:grpSpPr>
            <a:xfrm>
              <a:off x="2633353" y="3965763"/>
              <a:ext cx="933975" cy="445687"/>
              <a:chOff x="2633353" y="3965763"/>
              <a:chExt cx="933975" cy="445687"/>
            </a:xfrm>
          </p:grpSpPr>
          <p:sp>
            <p:nvSpPr>
              <p:cNvPr id="7697" name="Google Shape;7697;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9" name="Google Shape;7699;p58"/>
          <p:cNvGrpSpPr/>
          <p:nvPr/>
        </p:nvGrpSpPr>
        <p:grpSpPr>
          <a:xfrm>
            <a:off x="6392789" y="1044382"/>
            <a:ext cx="1131087" cy="587383"/>
            <a:chOff x="238125" y="999450"/>
            <a:chExt cx="7140700" cy="3708225"/>
          </a:xfrm>
        </p:grpSpPr>
        <p:sp>
          <p:nvSpPr>
            <p:cNvPr id="7700" name="Google Shape;7700;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8"/>
          <p:cNvGrpSpPr/>
          <p:nvPr/>
        </p:nvGrpSpPr>
        <p:grpSpPr>
          <a:xfrm>
            <a:off x="3744240" y="3493876"/>
            <a:ext cx="1375854" cy="678131"/>
            <a:chOff x="3913765" y="3641905"/>
            <a:chExt cx="1522805" cy="750560"/>
          </a:xfrm>
        </p:grpSpPr>
        <p:grpSp>
          <p:nvGrpSpPr>
            <p:cNvPr id="7710" name="Google Shape;7710;p58"/>
            <p:cNvGrpSpPr/>
            <p:nvPr/>
          </p:nvGrpSpPr>
          <p:grpSpPr>
            <a:xfrm>
              <a:off x="3913765" y="3997002"/>
              <a:ext cx="1522805" cy="395463"/>
              <a:chOff x="3913765" y="3997002"/>
              <a:chExt cx="1522805" cy="395463"/>
            </a:xfrm>
          </p:grpSpPr>
          <p:grpSp>
            <p:nvGrpSpPr>
              <p:cNvPr id="7711" name="Google Shape;7711;p58"/>
              <p:cNvGrpSpPr/>
              <p:nvPr/>
            </p:nvGrpSpPr>
            <p:grpSpPr>
              <a:xfrm>
                <a:off x="3913765" y="4138659"/>
                <a:ext cx="507602" cy="253806"/>
                <a:chOff x="3913765" y="4138659"/>
                <a:chExt cx="507602" cy="253806"/>
              </a:xfrm>
            </p:grpSpPr>
            <p:sp>
              <p:nvSpPr>
                <p:cNvPr id="7712" name="Google Shape;7712;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714" name="Google Shape;7714;p58"/>
              <p:cNvGrpSpPr/>
              <p:nvPr/>
            </p:nvGrpSpPr>
            <p:grpSpPr>
              <a:xfrm>
                <a:off x="4421361" y="3997002"/>
                <a:ext cx="507618" cy="395463"/>
                <a:chOff x="4421361" y="3997002"/>
                <a:chExt cx="507618" cy="395463"/>
              </a:xfrm>
            </p:grpSpPr>
            <p:sp>
              <p:nvSpPr>
                <p:cNvPr id="7715" name="Google Shape;7715;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58"/>
              <p:cNvGrpSpPr/>
              <p:nvPr/>
            </p:nvGrpSpPr>
            <p:grpSpPr>
              <a:xfrm>
                <a:off x="4928973" y="4189418"/>
                <a:ext cx="507596" cy="203047"/>
                <a:chOff x="4928973" y="4189418"/>
                <a:chExt cx="507596" cy="203047"/>
              </a:xfrm>
            </p:grpSpPr>
            <p:sp>
              <p:nvSpPr>
                <p:cNvPr id="7718" name="Google Shape;7718;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0" name="Google Shape;7720;p58"/>
            <p:cNvGrpSpPr/>
            <p:nvPr/>
          </p:nvGrpSpPr>
          <p:grpSpPr>
            <a:xfrm>
              <a:off x="4482186" y="3641905"/>
              <a:ext cx="397605" cy="349784"/>
              <a:chOff x="2906375" y="1159725"/>
              <a:chExt cx="1860575" cy="1636800"/>
            </a:xfrm>
          </p:grpSpPr>
          <p:sp>
            <p:nvSpPr>
              <p:cNvPr id="7721" name="Google Shape;7721;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5" name="Google Shape;7725;p58"/>
          <p:cNvGrpSpPr/>
          <p:nvPr/>
        </p:nvGrpSpPr>
        <p:grpSpPr>
          <a:xfrm>
            <a:off x="6528949" y="1853803"/>
            <a:ext cx="940737" cy="721067"/>
            <a:chOff x="6599718" y="2068734"/>
            <a:chExt cx="940737" cy="721067"/>
          </a:xfrm>
        </p:grpSpPr>
        <p:sp>
          <p:nvSpPr>
            <p:cNvPr id="7726" name="Google Shape;7726;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2" name="Google Shape;7732;p58"/>
            <p:cNvGrpSpPr/>
            <p:nvPr/>
          </p:nvGrpSpPr>
          <p:grpSpPr>
            <a:xfrm>
              <a:off x="6836957" y="2068734"/>
              <a:ext cx="461892" cy="721067"/>
              <a:chOff x="6836957" y="2068734"/>
              <a:chExt cx="461892" cy="721067"/>
            </a:xfrm>
          </p:grpSpPr>
          <p:sp>
            <p:nvSpPr>
              <p:cNvPr id="7733" name="Google Shape;7733;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58"/>
              <p:cNvGrpSpPr/>
              <p:nvPr/>
            </p:nvGrpSpPr>
            <p:grpSpPr>
              <a:xfrm>
                <a:off x="6836957" y="2068734"/>
                <a:ext cx="461892" cy="721067"/>
                <a:chOff x="6836957" y="2068734"/>
                <a:chExt cx="461892" cy="721067"/>
              </a:xfrm>
            </p:grpSpPr>
            <p:sp>
              <p:nvSpPr>
                <p:cNvPr id="7740" name="Google Shape;7740;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7" name="Google Shape;7747;p58"/>
          <p:cNvGrpSpPr/>
          <p:nvPr/>
        </p:nvGrpSpPr>
        <p:grpSpPr>
          <a:xfrm>
            <a:off x="2412267" y="1858149"/>
            <a:ext cx="712577" cy="712374"/>
            <a:chOff x="2559249" y="2069323"/>
            <a:chExt cx="685566" cy="685634"/>
          </a:xfrm>
        </p:grpSpPr>
        <p:sp>
          <p:nvSpPr>
            <p:cNvPr id="7748" name="Google Shape;7748;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58"/>
          <p:cNvGrpSpPr/>
          <p:nvPr/>
        </p:nvGrpSpPr>
        <p:grpSpPr>
          <a:xfrm>
            <a:off x="7594705" y="970938"/>
            <a:ext cx="845645" cy="711911"/>
            <a:chOff x="951975" y="315800"/>
            <a:chExt cx="5860325" cy="4933550"/>
          </a:xfrm>
        </p:grpSpPr>
        <p:sp>
          <p:nvSpPr>
            <p:cNvPr id="7762" name="Google Shape;7762;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8"/>
          <p:cNvGrpSpPr/>
          <p:nvPr/>
        </p:nvGrpSpPr>
        <p:grpSpPr>
          <a:xfrm>
            <a:off x="3691834" y="2707047"/>
            <a:ext cx="1617932" cy="621724"/>
            <a:chOff x="3862800" y="3038525"/>
            <a:chExt cx="1329006" cy="510698"/>
          </a:xfrm>
        </p:grpSpPr>
        <p:sp>
          <p:nvSpPr>
            <p:cNvPr id="7771" name="Google Shape;7771;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3" name="Google Shape;7773;p58"/>
            <p:cNvGrpSpPr/>
            <p:nvPr/>
          </p:nvGrpSpPr>
          <p:grpSpPr>
            <a:xfrm>
              <a:off x="3967075" y="3040337"/>
              <a:ext cx="1019927" cy="402126"/>
              <a:chOff x="3967075" y="3040337"/>
              <a:chExt cx="1019927" cy="402126"/>
            </a:xfrm>
          </p:grpSpPr>
          <p:sp>
            <p:nvSpPr>
              <p:cNvPr id="7774" name="Google Shape;7774;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58"/>
            <p:cNvGrpSpPr/>
            <p:nvPr/>
          </p:nvGrpSpPr>
          <p:grpSpPr>
            <a:xfrm>
              <a:off x="4186700" y="3040337"/>
              <a:ext cx="390475" cy="183289"/>
              <a:chOff x="4186700" y="3040337"/>
              <a:chExt cx="390475" cy="183289"/>
            </a:xfrm>
          </p:grpSpPr>
          <p:sp>
            <p:nvSpPr>
              <p:cNvPr id="7777" name="Google Shape;7777;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8"/>
            <p:cNvGrpSpPr/>
            <p:nvPr/>
          </p:nvGrpSpPr>
          <p:grpSpPr>
            <a:xfrm>
              <a:off x="4073727" y="3040337"/>
              <a:ext cx="697794" cy="296263"/>
              <a:chOff x="4073727" y="3040337"/>
              <a:chExt cx="697794" cy="296263"/>
            </a:xfrm>
          </p:grpSpPr>
          <p:sp>
            <p:nvSpPr>
              <p:cNvPr id="7780" name="Google Shape;7780;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8"/>
            <p:cNvGrpSpPr/>
            <p:nvPr/>
          </p:nvGrpSpPr>
          <p:grpSpPr>
            <a:xfrm>
              <a:off x="3862800" y="3038525"/>
              <a:ext cx="1329006" cy="510698"/>
              <a:chOff x="3862800" y="3038525"/>
              <a:chExt cx="1329006" cy="510698"/>
            </a:xfrm>
          </p:grpSpPr>
          <p:sp>
            <p:nvSpPr>
              <p:cNvPr id="7783" name="Google Shape;7783;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5" name="Google Shape;7785;p58"/>
          <p:cNvGrpSpPr/>
          <p:nvPr/>
        </p:nvGrpSpPr>
        <p:grpSpPr>
          <a:xfrm>
            <a:off x="700156" y="970938"/>
            <a:ext cx="883205" cy="775176"/>
            <a:chOff x="649648" y="271400"/>
            <a:chExt cx="6215377" cy="5455143"/>
          </a:xfrm>
        </p:grpSpPr>
        <p:sp>
          <p:nvSpPr>
            <p:cNvPr id="7786" name="Google Shape;7786;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58"/>
          <p:cNvGrpSpPr/>
          <p:nvPr/>
        </p:nvGrpSpPr>
        <p:grpSpPr>
          <a:xfrm>
            <a:off x="2308457" y="970938"/>
            <a:ext cx="767704" cy="815489"/>
            <a:chOff x="2499700" y="1135950"/>
            <a:chExt cx="732402" cy="777990"/>
          </a:xfrm>
        </p:grpSpPr>
        <p:grpSp>
          <p:nvGrpSpPr>
            <p:cNvPr id="7799" name="Google Shape;7799;p58"/>
            <p:cNvGrpSpPr/>
            <p:nvPr/>
          </p:nvGrpSpPr>
          <p:grpSpPr>
            <a:xfrm>
              <a:off x="2499700" y="1135950"/>
              <a:ext cx="732402" cy="694705"/>
              <a:chOff x="2499700" y="1135950"/>
              <a:chExt cx="732402" cy="694705"/>
            </a:xfrm>
          </p:grpSpPr>
          <p:sp>
            <p:nvSpPr>
              <p:cNvPr id="7800" name="Google Shape;7800;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8"/>
            <p:cNvGrpSpPr/>
            <p:nvPr/>
          </p:nvGrpSpPr>
          <p:grpSpPr>
            <a:xfrm>
              <a:off x="2517909" y="1188726"/>
              <a:ext cx="702702" cy="725214"/>
              <a:chOff x="2517909" y="1188726"/>
              <a:chExt cx="702702" cy="725214"/>
            </a:xfrm>
          </p:grpSpPr>
          <p:sp>
            <p:nvSpPr>
              <p:cNvPr id="7828" name="Google Shape;7828;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3" name="Google Shape;7833;p58"/>
          <p:cNvGrpSpPr/>
          <p:nvPr/>
        </p:nvGrpSpPr>
        <p:grpSpPr>
          <a:xfrm>
            <a:off x="1654189" y="970938"/>
            <a:ext cx="583439" cy="870229"/>
            <a:chOff x="1716825" y="1121550"/>
            <a:chExt cx="622800" cy="928938"/>
          </a:xfrm>
        </p:grpSpPr>
        <p:grpSp>
          <p:nvGrpSpPr>
            <p:cNvPr id="7834" name="Google Shape;7834;p58"/>
            <p:cNvGrpSpPr/>
            <p:nvPr/>
          </p:nvGrpSpPr>
          <p:grpSpPr>
            <a:xfrm>
              <a:off x="1716825" y="1121550"/>
              <a:ext cx="622800" cy="928938"/>
              <a:chOff x="1716825" y="1121550"/>
              <a:chExt cx="622800" cy="928938"/>
            </a:xfrm>
          </p:grpSpPr>
          <p:cxnSp>
            <p:nvCxnSpPr>
              <p:cNvPr id="7835" name="Google Shape;7835;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836" name="Google Shape;7836;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58"/>
            <p:cNvGrpSpPr/>
            <p:nvPr/>
          </p:nvGrpSpPr>
          <p:grpSpPr>
            <a:xfrm>
              <a:off x="1768050" y="1172775"/>
              <a:ext cx="520200" cy="832000"/>
              <a:chOff x="1768050" y="1172775"/>
              <a:chExt cx="520200" cy="832000"/>
            </a:xfrm>
          </p:grpSpPr>
          <p:cxnSp>
            <p:nvCxnSpPr>
              <p:cNvPr id="7838" name="Google Shape;7838;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839" name="Google Shape;7839;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8"/>
            <p:cNvGrpSpPr/>
            <p:nvPr/>
          </p:nvGrpSpPr>
          <p:grpSpPr>
            <a:xfrm>
              <a:off x="1820100" y="1225475"/>
              <a:ext cx="416400" cy="729575"/>
              <a:chOff x="1820100" y="1225475"/>
              <a:chExt cx="416400" cy="729575"/>
            </a:xfrm>
          </p:grpSpPr>
          <p:cxnSp>
            <p:nvCxnSpPr>
              <p:cNvPr id="7841" name="Google Shape;7841;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842" name="Google Shape;7842;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8"/>
            <p:cNvGrpSpPr/>
            <p:nvPr/>
          </p:nvGrpSpPr>
          <p:grpSpPr>
            <a:xfrm>
              <a:off x="1874250" y="1278825"/>
              <a:ext cx="308100" cy="605275"/>
              <a:chOff x="1874250" y="1278825"/>
              <a:chExt cx="308100" cy="605275"/>
            </a:xfrm>
          </p:grpSpPr>
          <p:cxnSp>
            <p:nvCxnSpPr>
              <p:cNvPr id="7844" name="Google Shape;7844;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845" name="Google Shape;7845;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6" name="Google Shape;7846;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58"/>
          <p:cNvGrpSpPr/>
          <p:nvPr/>
        </p:nvGrpSpPr>
        <p:grpSpPr>
          <a:xfrm>
            <a:off x="1574012" y="1857260"/>
            <a:ext cx="739072" cy="714152"/>
            <a:chOff x="4334725" y="1355875"/>
            <a:chExt cx="3106650" cy="3001900"/>
          </a:xfrm>
        </p:grpSpPr>
        <p:grpSp>
          <p:nvGrpSpPr>
            <p:cNvPr id="7848" name="Google Shape;7848;p58"/>
            <p:cNvGrpSpPr/>
            <p:nvPr/>
          </p:nvGrpSpPr>
          <p:grpSpPr>
            <a:xfrm>
              <a:off x="4516050" y="1724875"/>
              <a:ext cx="2693725" cy="2632900"/>
              <a:chOff x="4516050" y="1724875"/>
              <a:chExt cx="2693725" cy="2632900"/>
            </a:xfrm>
          </p:grpSpPr>
          <p:sp>
            <p:nvSpPr>
              <p:cNvPr id="7849" name="Google Shape;7849;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8"/>
            <p:cNvGrpSpPr/>
            <p:nvPr/>
          </p:nvGrpSpPr>
          <p:grpSpPr>
            <a:xfrm>
              <a:off x="4334725" y="1355875"/>
              <a:ext cx="3106650" cy="2709650"/>
              <a:chOff x="4334725" y="1355875"/>
              <a:chExt cx="3106650" cy="2709650"/>
            </a:xfrm>
          </p:grpSpPr>
          <p:sp>
            <p:nvSpPr>
              <p:cNvPr id="7853" name="Google Shape;7853;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6" name="Google Shape;7856;p58"/>
          <p:cNvGrpSpPr/>
          <p:nvPr/>
        </p:nvGrpSpPr>
        <p:grpSpPr>
          <a:xfrm>
            <a:off x="7690961" y="3488031"/>
            <a:ext cx="312074" cy="684173"/>
            <a:chOff x="7645573" y="3754300"/>
            <a:chExt cx="293855" cy="644170"/>
          </a:xfrm>
        </p:grpSpPr>
        <p:sp>
          <p:nvSpPr>
            <p:cNvPr id="7857" name="Google Shape;7857;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8"/>
          <p:cNvGrpSpPr/>
          <p:nvPr/>
        </p:nvGrpSpPr>
        <p:grpSpPr>
          <a:xfrm>
            <a:off x="5612949" y="970938"/>
            <a:ext cx="709011" cy="739359"/>
            <a:chOff x="5830645" y="1256617"/>
            <a:chExt cx="530340" cy="553040"/>
          </a:xfrm>
        </p:grpSpPr>
        <p:grpSp>
          <p:nvGrpSpPr>
            <p:cNvPr id="7860" name="Google Shape;7860;p58"/>
            <p:cNvGrpSpPr/>
            <p:nvPr/>
          </p:nvGrpSpPr>
          <p:grpSpPr>
            <a:xfrm>
              <a:off x="5830645" y="1256617"/>
              <a:ext cx="259743" cy="269909"/>
              <a:chOff x="5830645" y="1256617"/>
              <a:chExt cx="259743" cy="269909"/>
            </a:xfrm>
          </p:grpSpPr>
          <p:sp>
            <p:nvSpPr>
              <p:cNvPr id="7861" name="Google Shape;7861;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8"/>
            <p:cNvGrpSpPr/>
            <p:nvPr/>
          </p:nvGrpSpPr>
          <p:grpSpPr>
            <a:xfrm>
              <a:off x="6101293" y="1256617"/>
              <a:ext cx="259692" cy="269909"/>
              <a:chOff x="6101293" y="1256617"/>
              <a:chExt cx="259692" cy="269909"/>
            </a:xfrm>
          </p:grpSpPr>
          <p:sp>
            <p:nvSpPr>
              <p:cNvPr id="7864" name="Google Shape;7864;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8"/>
            <p:cNvGrpSpPr/>
            <p:nvPr/>
          </p:nvGrpSpPr>
          <p:grpSpPr>
            <a:xfrm>
              <a:off x="5830645" y="1539749"/>
              <a:ext cx="259692" cy="269909"/>
              <a:chOff x="5830645" y="1539749"/>
              <a:chExt cx="259692" cy="269909"/>
            </a:xfrm>
          </p:grpSpPr>
          <p:sp>
            <p:nvSpPr>
              <p:cNvPr id="7867" name="Google Shape;7867;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8"/>
            <p:cNvGrpSpPr/>
            <p:nvPr/>
          </p:nvGrpSpPr>
          <p:grpSpPr>
            <a:xfrm>
              <a:off x="6101293" y="1539749"/>
              <a:ext cx="259692" cy="269909"/>
              <a:chOff x="6101293" y="1539749"/>
              <a:chExt cx="259692" cy="269909"/>
            </a:xfrm>
          </p:grpSpPr>
          <p:sp>
            <p:nvSpPr>
              <p:cNvPr id="7870" name="Google Shape;7870;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58"/>
          <p:cNvGrpSpPr/>
          <p:nvPr/>
        </p:nvGrpSpPr>
        <p:grpSpPr>
          <a:xfrm>
            <a:off x="714444" y="2707054"/>
            <a:ext cx="1452955" cy="621360"/>
            <a:chOff x="732422" y="2990152"/>
            <a:chExt cx="1337773" cy="572102"/>
          </a:xfrm>
        </p:grpSpPr>
        <p:sp>
          <p:nvSpPr>
            <p:cNvPr id="7874" name="Google Shape;7874;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3" name="Shape 7883"/>
        <p:cNvGrpSpPr/>
        <p:nvPr/>
      </p:nvGrpSpPr>
      <p:grpSpPr>
        <a:xfrm>
          <a:off x="0" y="0"/>
          <a:ext cx="0" cy="0"/>
          <a:chOff x="0" y="0"/>
          <a:chExt cx="0" cy="0"/>
        </a:xfrm>
      </p:grpSpPr>
      <p:grpSp>
        <p:nvGrpSpPr>
          <p:cNvPr id="7884" name="Google Shape;7884;p59"/>
          <p:cNvGrpSpPr/>
          <p:nvPr/>
        </p:nvGrpSpPr>
        <p:grpSpPr>
          <a:xfrm>
            <a:off x="708579" y="965872"/>
            <a:ext cx="1636117" cy="1526144"/>
            <a:chOff x="729238" y="1179665"/>
            <a:chExt cx="1636117" cy="1526144"/>
          </a:xfrm>
        </p:grpSpPr>
        <p:grpSp>
          <p:nvGrpSpPr>
            <p:cNvPr id="7885" name="Google Shape;7885;p59"/>
            <p:cNvGrpSpPr/>
            <p:nvPr/>
          </p:nvGrpSpPr>
          <p:grpSpPr>
            <a:xfrm>
              <a:off x="729238" y="1179665"/>
              <a:ext cx="80700" cy="1526144"/>
              <a:chOff x="729238" y="1179665"/>
              <a:chExt cx="80700" cy="1526144"/>
            </a:xfrm>
          </p:grpSpPr>
          <p:sp>
            <p:nvSpPr>
              <p:cNvPr id="7886" name="Google Shape;7886;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9"/>
            <p:cNvGrpSpPr/>
            <p:nvPr/>
          </p:nvGrpSpPr>
          <p:grpSpPr>
            <a:xfrm>
              <a:off x="903098" y="1179665"/>
              <a:ext cx="80700" cy="1526144"/>
              <a:chOff x="903098" y="1179665"/>
              <a:chExt cx="80700" cy="1526144"/>
            </a:xfrm>
          </p:grpSpPr>
          <p:sp>
            <p:nvSpPr>
              <p:cNvPr id="7897" name="Google Shape;7897;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59"/>
            <p:cNvGrpSpPr/>
            <p:nvPr/>
          </p:nvGrpSpPr>
          <p:grpSpPr>
            <a:xfrm>
              <a:off x="1076958" y="1179665"/>
              <a:ext cx="80700" cy="1526144"/>
              <a:chOff x="1076958" y="1179665"/>
              <a:chExt cx="80700" cy="1526144"/>
            </a:xfrm>
          </p:grpSpPr>
          <p:sp>
            <p:nvSpPr>
              <p:cNvPr id="7908" name="Google Shape;7908;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59"/>
            <p:cNvGrpSpPr/>
            <p:nvPr/>
          </p:nvGrpSpPr>
          <p:grpSpPr>
            <a:xfrm>
              <a:off x="1247707" y="1179665"/>
              <a:ext cx="80700" cy="1526144"/>
              <a:chOff x="1247707" y="1179665"/>
              <a:chExt cx="80700" cy="1526144"/>
            </a:xfrm>
          </p:grpSpPr>
          <p:sp>
            <p:nvSpPr>
              <p:cNvPr id="7919" name="Google Shape;7919;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9"/>
            <p:cNvGrpSpPr/>
            <p:nvPr/>
          </p:nvGrpSpPr>
          <p:grpSpPr>
            <a:xfrm>
              <a:off x="1421567" y="1179665"/>
              <a:ext cx="80700" cy="1526144"/>
              <a:chOff x="1421567" y="1179665"/>
              <a:chExt cx="80700" cy="1526144"/>
            </a:xfrm>
          </p:grpSpPr>
          <p:sp>
            <p:nvSpPr>
              <p:cNvPr id="7930" name="Google Shape;7930;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59"/>
            <p:cNvGrpSpPr/>
            <p:nvPr/>
          </p:nvGrpSpPr>
          <p:grpSpPr>
            <a:xfrm>
              <a:off x="1592327" y="1179665"/>
              <a:ext cx="80700" cy="1526144"/>
              <a:chOff x="1592327" y="1179665"/>
              <a:chExt cx="80700" cy="1526144"/>
            </a:xfrm>
          </p:grpSpPr>
          <p:sp>
            <p:nvSpPr>
              <p:cNvPr id="7941" name="Google Shape;7941;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9"/>
            <p:cNvGrpSpPr/>
            <p:nvPr/>
          </p:nvGrpSpPr>
          <p:grpSpPr>
            <a:xfrm>
              <a:off x="1766187" y="1179665"/>
              <a:ext cx="80700" cy="1526144"/>
              <a:chOff x="1766187" y="1179665"/>
              <a:chExt cx="80700" cy="1526144"/>
            </a:xfrm>
          </p:grpSpPr>
          <p:sp>
            <p:nvSpPr>
              <p:cNvPr id="7952" name="Google Shape;7952;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9"/>
            <p:cNvGrpSpPr/>
            <p:nvPr/>
          </p:nvGrpSpPr>
          <p:grpSpPr>
            <a:xfrm>
              <a:off x="1936935" y="1179665"/>
              <a:ext cx="80700" cy="1526144"/>
              <a:chOff x="1936935" y="1179665"/>
              <a:chExt cx="80700" cy="1526144"/>
            </a:xfrm>
          </p:grpSpPr>
          <p:sp>
            <p:nvSpPr>
              <p:cNvPr id="7963" name="Google Shape;7963;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9"/>
            <p:cNvGrpSpPr/>
            <p:nvPr/>
          </p:nvGrpSpPr>
          <p:grpSpPr>
            <a:xfrm>
              <a:off x="2110795" y="1179665"/>
              <a:ext cx="80700" cy="1526144"/>
              <a:chOff x="2110795" y="1179665"/>
              <a:chExt cx="80700" cy="1526144"/>
            </a:xfrm>
          </p:grpSpPr>
          <p:sp>
            <p:nvSpPr>
              <p:cNvPr id="7974" name="Google Shape;7974;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59"/>
            <p:cNvGrpSpPr/>
            <p:nvPr/>
          </p:nvGrpSpPr>
          <p:grpSpPr>
            <a:xfrm>
              <a:off x="2284655" y="1179665"/>
              <a:ext cx="80700" cy="1526144"/>
              <a:chOff x="2284655" y="1179665"/>
              <a:chExt cx="80700" cy="1526144"/>
            </a:xfrm>
          </p:grpSpPr>
          <p:sp>
            <p:nvSpPr>
              <p:cNvPr id="7985" name="Google Shape;7985;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5" name="Google Shape;7995;p59"/>
          <p:cNvGrpSpPr/>
          <p:nvPr/>
        </p:nvGrpSpPr>
        <p:grpSpPr>
          <a:xfrm>
            <a:off x="2603245" y="985011"/>
            <a:ext cx="1364248" cy="1102133"/>
            <a:chOff x="2623904" y="1198803"/>
            <a:chExt cx="1364248" cy="1102133"/>
          </a:xfrm>
        </p:grpSpPr>
        <p:grpSp>
          <p:nvGrpSpPr>
            <p:cNvPr id="7996" name="Google Shape;7996;p59"/>
            <p:cNvGrpSpPr/>
            <p:nvPr/>
          </p:nvGrpSpPr>
          <p:grpSpPr>
            <a:xfrm>
              <a:off x="2623907" y="1198803"/>
              <a:ext cx="1364245" cy="273000"/>
              <a:chOff x="2623907" y="1198803"/>
              <a:chExt cx="1364245" cy="273000"/>
            </a:xfrm>
          </p:grpSpPr>
          <p:sp>
            <p:nvSpPr>
              <p:cNvPr id="7997" name="Google Shape;7997;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9"/>
            <p:cNvGrpSpPr/>
            <p:nvPr/>
          </p:nvGrpSpPr>
          <p:grpSpPr>
            <a:xfrm>
              <a:off x="2623904" y="1476964"/>
              <a:ext cx="1364245" cy="273000"/>
              <a:chOff x="2623904" y="1476964"/>
              <a:chExt cx="1364245" cy="273000"/>
            </a:xfrm>
          </p:grpSpPr>
          <p:sp>
            <p:nvSpPr>
              <p:cNvPr id="8003" name="Google Shape;8003;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59"/>
            <p:cNvGrpSpPr/>
            <p:nvPr/>
          </p:nvGrpSpPr>
          <p:grpSpPr>
            <a:xfrm>
              <a:off x="2623907" y="1749775"/>
              <a:ext cx="1364245" cy="273000"/>
              <a:chOff x="2623907" y="1749775"/>
              <a:chExt cx="1364245" cy="273000"/>
            </a:xfrm>
          </p:grpSpPr>
          <p:sp>
            <p:nvSpPr>
              <p:cNvPr id="8009" name="Google Shape;8009;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59"/>
            <p:cNvGrpSpPr/>
            <p:nvPr/>
          </p:nvGrpSpPr>
          <p:grpSpPr>
            <a:xfrm>
              <a:off x="2623904" y="2027936"/>
              <a:ext cx="1364245" cy="273000"/>
              <a:chOff x="2623904" y="2027936"/>
              <a:chExt cx="1364245" cy="273000"/>
            </a:xfrm>
          </p:grpSpPr>
          <p:sp>
            <p:nvSpPr>
              <p:cNvPr id="8015" name="Google Shape;8015;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0" name="Google Shape;8020;p59"/>
          <p:cNvGrpSpPr/>
          <p:nvPr/>
        </p:nvGrpSpPr>
        <p:grpSpPr>
          <a:xfrm>
            <a:off x="2592706" y="2444193"/>
            <a:ext cx="1387541" cy="159124"/>
            <a:chOff x="3200660" y="2180272"/>
            <a:chExt cx="2563824" cy="378237"/>
          </a:xfrm>
        </p:grpSpPr>
        <p:sp>
          <p:nvSpPr>
            <p:cNvPr id="8021" name="Google Shape;8021;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59"/>
          <p:cNvGrpSpPr/>
          <p:nvPr/>
        </p:nvGrpSpPr>
        <p:grpSpPr>
          <a:xfrm>
            <a:off x="2589231" y="2722018"/>
            <a:ext cx="1390502" cy="159625"/>
            <a:chOff x="3530150" y="2790075"/>
            <a:chExt cx="1962600" cy="225300"/>
          </a:xfrm>
        </p:grpSpPr>
        <p:sp>
          <p:nvSpPr>
            <p:cNvPr id="8040" name="Google Shape;8040;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59"/>
          <p:cNvGrpSpPr/>
          <p:nvPr/>
        </p:nvGrpSpPr>
        <p:grpSpPr>
          <a:xfrm>
            <a:off x="2589884" y="3000344"/>
            <a:ext cx="1411629" cy="153761"/>
            <a:chOff x="3558802" y="4011427"/>
            <a:chExt cx="1866000" cy="111300"/>
          </a:xfrm>
        </p:grpSpPr>
        <p:sp>
          <p:nvSpPr>
            <p:cNvPr id="8043" name="Google Shape;8043;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9"/>
          <p:cNvGrpSpPr/>
          <p:nvPr/>
        </p:nvGrpSpPr>
        <p:grpSpPr>
          <a:xfrm>
            <a:off x="2589576" y="2205744"/>
            <a:ext cx="1383503" cy="119749"/>
            <a:chOff x="3465975" y="2270276"/>
            <a:chExt cx="1986364" cy="171929"/>
          </a:xfrm>
        </p:grpSpPr>
        <p:sp>
          <p:nvSpPr>
            <p:cNvPr id="8046" name="Google Shape;8046;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9"/>
          <p:cNvGrpSpPr/>
          <p:nvPr/>
        </p:nvGrpSpPr>
        <p:grpSpPr>
          <a:xfrm>
            <a:off x="2600584" y="3569394"/>
            <a:ext cx="1369531" cy="195460"/>
            <a:chOff x="723300" y="4253549"/>
            <a:chExt cx="2276482" cy="324900"/>
          </a:xfrm>
        </p:grpSpPr>
        <p:sp>
          <p:nvSpPr>
            <p:cNvPr id="8055" name="Google Shape;8055;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9"/>
          <p:cNvGrpSpPr/>
          <p:nvPr/>
        </p:nvGrpSpPr>
        <p:grpSpPr>
          <a:xfrm>
            <a:off x="2590145" y="3270574"/>
            <a:ext cx="1389066" cy="180119"/>
            <a:chOff x="705948" y="3788465"/>
            <a:chExt cx="2308953" cy="299400"/>
          </a:xfrm>
        </p:grpSpPr>
        <p:sp>
          <p:nvSpPr>
            <p:cNvPr id="8061" name="Google Shape;8061;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9"/>
          <p:cNvGrpSpPr/>
          <p:nvPr/>
        </p:nvGrpSpPr>
        <p:grpSpPr>
          <a:xfrm>
            <a:off x="2638082" y="3883554"/>
            <a:ext cx="1304609" cy="294074"/>
            <a:chOff x="2658741" y="4097347"/>
            <a:chExt cx="1304609" cy="294074"/>
          </a:xfrm>
        </p:grpSpPr>
        <p:grpSp>
          <p:nvGrpSpPr>
            <p:cNvPr id="8067" name="Google Shape;8067;p59"/>
            <p:cNvGrpSpPr/>
            <p:nvPr/>
          </p:nvGrpSpPr>
          <p:grpSpPr>
            <a:xfrm>
              <a:off x="2658741" y="4097347"/>
              <a:ext cx="118572" cy="294074"/>
              <a:chOff x="3343310" y="4475555"/>
              <a:chExt cx="127717" cy="316753"/>
            </a:xfrm>
          </p:grpSpPr>
          <p:sp>
            <p:nvSpPr>
              <p:cNvPr id="8068" name="Google Shape;8068;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59"/>
            <p:cNvGrpSpPr/>
            <p:nvPr/>
          </p:nvGrpSpPr>
          <p:grpSpPr>
            <a:xfrm>
              <a:off x="3815519" y="4098388"/>
              <a:ext cx="147831" cy="291991"/>
              <a:chOff x="3527539" y="4476677"/>
              <a:chExt cx="159232" cy="314510"/>
            </a:xfrm>
          </p:grpSpPr>
          <p:sp>
            <p:nvSpPr>
              <p:cNvPr id="8071" name="Google Shape;807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59"/>
            <p:cNvGrpSpPr/>
            <p:nvPr/>
          </p:nvGrpSpPr>
          <p:grpSpPr>
            <a:xfrm>
              <a:off x="3511696" y="4098388"/>
              <a:ext cx="147831" cy="291991"/>
              <a:chOff x="3527539" y="4476677"/>
              <a:chExt cx="159232" cy="314510"/>
            </a:xfrm>
          </p:grpSpPr>
          <p:sp>
            <p:nvSpPr>
              <p:cNvPr id="8074" name="Google Shape;807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59"/>
            <p:cNvGrpSpPr/>
            <p:nvPr/>
          </p:nvGrpSpPr>
          <p:grpSpPr>
            <a:xfrm>
              <a:off x="3207874" y="4098388"/>
              <a:ext cx="147831" cy="291991"/>
              <a:chOff x="3527539" y="4476677"/>
              <a:chExt cx="159232" cy="314510"/>
            </a:xfrm>
          </p:grpSpPr>
          <p:sp>
            <p:nvSpPr>
              <p:cNvPr id="8077" name="Google Shape;8077;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9"/>
            <p:cNvGrpSpPr/>
            <p:nvPr/>
          </p:nvGrpSpPr>
          <p:grpSpPr>
            <a:xfrm>
              <a:off x="2933305" y="4097347"/>
              <a:ext cx="118572" cy="294074"/>
              <a:chOff x="3343310" y="4475555"/>
              <a:chExt cx="127717" cy="316753"/>
            </a:xfrm>
          </p:grpSpPr>
          <p:sp>
            <p:nvSpPr>
              <p:cNvPr id="8080" name="Google Shape;8080;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2" name="Google Shape;8082;p59"/>
          <p:cNvGrpSpPr/>
          <p:nvPr/>
        </p:nvGrpSpPr>
        <p:grpSpPr>
          <a:xfrm>
            <a:off x="4256912" y="1866676"/>
            <a:ext cx="1433821" cy="191501"/>
            <a:chOff x="4273350" y="2080469"/>
            <a:chExt cx="1433821" cy="191501"/>
          </a:xfrm>
        </p:grpSpPr>
        <p:grpSp>
          <p:nvGrpSpPr>
            <p:cNvPr id="8083" name="Google Shape;8083;p59"/>
            <p:cNvGrpSpPr/>
            <p:nvPr/>
          </p:nvGrpSpPr>
          <p:grpSpPr>
            <a:xfrm>
              <a:off x="4273350" y="2080469"/>
              <a:ext cx="1433821" cy="0"/>
              <a:chOff x="5224975" y="2962250"/>
              <a:chExt cx="1544400" cy="0"/>
            </a:xfrm>
          </p:grpSpPr>
          <p:cxnSp>
            <p:nvCxnSpPr>
              <p:cNvPr id="8084" name="Google Shape;8084;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85" name="Google Shape;8085;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086" name="Google Shape;8086;p59"/>
            <p:cNvGrpSpPr/>
            <p:nvPr/>
          </p:nvGrpSpPr>
          <p:grpSpPr>
            <a:xfrm>
              <a:off x="4273350" y="2271969"/>
              <a:ext cx="1433821" cy="0"/>
              <a:chOff x="5224975" y="2962250"/>
              <a:chExt cx="1544400" cy="0"/>
            </a:xfrm>
          </p:grpSpPr>
          <p:cxnSp>
            <p:nvCxnSpPr>
              <p:cNvPr id="8087" name="Google Shape;8087;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88" name="Google Shape;8088;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089" name="Google Shape;8089;p59"/>
          <p:cNvGrpSpPr/>
          <p:nvPr/>
        </p:nvGrpSpPr>
        <p:grpSpPr>
          <a:xfrm>
            <a:off x="4258467" y="969244"/>
            <a:ext cx="1430711" cy="743389"/>
            <a:chOff x="5159450" y="1919950"/>
            <a:chExt cx="1541050" cy="862500"/>
          </a:xfrm>
        </p:grpSpPr>
        <p:sp>
          <p:nvSpPr>
            <p:cNvPr id="8090" name="Google Shape;8090;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091" name="Google Shape;8091;p59"/>
            <p:cNvGrpSpPr/>
            <p:nvPr/>
          </p:nvGrpSpPr>
          <p:grpSpPr>
            <a:xfrm>
              <a:off x="5159450" y="1919950"/>
              <a:ext cx="1541050" cy="862500"/>
              <a:chOff x="5159450" y="1919950"/>
              <a:chExt cx="1541050" cy="862500"/>
            </a:xfrm>
          </p:grpSpPr>
          <p:cxnSp>
            <p:nvCxnSpPr>
              <p:cNvPr id="8092" name="Google Shape;8092;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093" name="Google Shape;8093;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094" name="Google Shape;8094;p59"/>
          <p:cNvGrpSpPr/>
          <p:nvPr/>
        </p:nvGrpSpPr>
        <p:grpSpPr>
          <a:xfrm>
            <a:off x="4248581" y="2192571"/>
            <a:ext cx="1450484" cy="1052087"/>
            <a:chOff x="5230575" y="1554475"/>
            <a:chExt cx="2137150" cy="1550150"/>
          </a:xfrm>
        </p:grpSpPr>
        <p:sp>
          <p:nvSpPr>
            <p:cNvPr id="8095" name="Google Shape;8095;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9"/>
          <p:cNvGrpSpPr/>
          <p:nvPr/>
        </p:nvGrpSpPr>
        <p:grpSpPr>
          <a:xfrm rot="10800000">
            <a:off x="4265131" y="3284761"/>
            <a:ext cx="1417383" cy="887946"/>
            <a:chOff x="5645403" y="2920021"/>
            <a:chExt cx="2650800" cy="2180614"/>
          </a:xfrm>
        </p:grpSpPr>
        <p:sp>
          <p:nvSpPr>
            <p:cNvPr id="8109" name="Google Shape;8109;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0" name="Google Shape;8110;p59"/>
            <p:cNvCxnSpPr>
              <a:stCxn id="810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111" name="Google Shape;8111;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2" name="Google Shape;8112;p59"/>
            <p:cNvCxnSpPr>
              <a:endCxn id="811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113" name="Google Shape;8113;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4" name="Google Shape;8114;p59"/>
            <p:cNvCxnSpPr>
              <a:stCxn id="811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115" name="Google Shape;8115;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6" name="Google Shape;8116;p59"/>
            <p:cNvCxnSpPr>
              <a:endCxn id="811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117" name="Google Shape;8117;p59"/>
          <p:cNvGrpSpPr/>
          <p:nvPr/>
        </p:nvGrpSpPr>
        <p:grpSpPr>
          <a:xfrm>
            <a:off x="7365491" y="2188116"/>
            <a:ext cx="1071743" cy="1021579"/>
            <a:chOff x="7189833" y="2022667"/>
            <a:chExt cx="1251159" cy="1192597"/>
          </a:xfrm>
        </p:grpSpPr>
        <p:sp>
          <p:nvSpPr>
            <p:cNvPr id="8118" name="Google Shape;8118;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9"/>
          <p:cNvGrpSpPr/>
          <p:nvPr/>
        </p:nvGrpSpPr>
        <p:grpSpPr>
          <a:xfrm>
            <a:off x="706762" y="2614523"/>
            <a:ext cx="1695374" cy="1560837"/>
            <a:chOff x="727421" y="2828315"/>
            <a:chExt cx="1695374" cy="1560837"/>
          </a:xfrm>
        </p:grpSpPr>
        <p:grpSp>
          <p:nvGrpSpPr>
            <p:cNvPr id="8123" name="Google Shape;8123;p59"/>
            <p:cNvGrpSpPr/>
            <p:nvPr/>
          </p:nvGrpSpPr>
          <p:grpSpPr>
            <a:xfrm>
              <a:off x="819108" y="2882501"/>
              <a:ext cx="103104" cy="1426186"/>
              <a:chOff x="4674013" y="3100904"/>
              <a:chExt cx="122758" cy="1698043"/>
            </a:xfrm>
          </p:grpSpPr>
          <p:sp>
            <p:nvSpPr>
              <p:cNvPr id="8124" name="Google Shape;8124;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9"/>
            <p:cNvGrpSpPr/>
            <p:nvPr/>
          </p:nvGrpSpPr>
          <p:grpSpPr>
            <a:xfrm>
              <a:off x="1062475" y="2882501"/>
              <a:ext cx="103104" cy="1426186"/>
              <a:chOff x="4940438" y="3100904"/>
              <a:chExt cx="122758" cy="1698043"/>
            </a:xfrm>
          </p:grpSpPr>
          <p:sp>
            <p:nvSpPr>
              <p:cNvPr id="8132" name="Google Shape;8132;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59"/>
            <p:cNvGrpSpPr/>
            <p:nvPr/>
          </p:nvGrpSpPr>
          <p:grpSpPr>
            <a:xfrm>
              <a:off x="1299324" y="2882501"/>
              <a:ext cx="103104" cy="1426186"/>
              <a:chOff x="5206863" y="3100904"/>
              <a:chExt cx="122758" cy="1698043"/>
            </a:xfrm>
          </p:grpSpPr>
          <p:sp>
            <p:nvSpPr>
              <p:cNvPr id="8140" name="Google Shape;8140;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59"/>
            <p:cNvGrpSpPr/>
            <p:nvPr/>
          </p:nvGrpSpPr>
          <p:grpSpPr>
            <a:xfrm>
              <a:off x="1786057" y="2882501"/>
              <a:ext cx="103104" cy="1426186"/>
              <a:chOff x="6006138" y="3143629"/>
              <a:chExt cx="122758" cy="1698043"/>
            </a:xfrm>
          </p:grpSpPr>
          <p:sp>
            <p:nvSpPr>
              <p:cNvPr id="8148" name="Google Shape;8148;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9"/>
            <p:cNvGrpSpPr/>
            <p:nvPr/>
          </p:nvGrpSpPr>
          <p:grpSpPr>
            <a:xfrm>
              <a:off x="2029422" y="2882501"/>
              <a:ext cx="103104" cy="1426186"/>
              <a:chOff x="6805413" y="3100904"/>
              <a:chExt cx="122758" cy="1698043"/>
            </a:xfrm>
          </p:grpSpPr>
          <p:sp>
            <p:nvSpPr>
              <p:cNvPr id="8156" name="Google Shape;8156;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9"/>
            <p:cNvGrpSpPr/>
            <p:nvPr/>
          </p:nvGrpSpPr>
          <p:grpSpPr>
            <a:xfrm>
              <a:off x="727421" y="2828315"/>
              <a:ext cx="1695374" cy="1560837"/>
              <a:chOff x="734799" y="2782450"/>
              <a:chExt cx="1571100" cy="1577400"/>
            </a:xfrm>
          </p:grpSpPr>
          <p:cxnSp>
            <p:nvCxnSpPr>
              <p:cNvPr id="8164" name="Google Shape;8164;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165" name="Google Shape;8165;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166" name="Google Shape;8166;p59"/>
            <p:cNvGrpSpPr/>
            <p:nvPr/>
          </p:nvGrpSpPr>
          <p:grpSpPr>
            <a:xfrm>
              <a:off x="2272795" y="2882501"/>
              <a:ext cx="103104" cy="1426186"/>
              <a:chOff x="5206863" y="3100904"/>
              <a:chExt cx="122758" cy="1698043"/>
            </a:xfrm>
          </p:grpSpPr>
          <p:sp>
            <p:nvSpPr>
              <p:cNvPr id="8167" name="Google Shape;8167;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9"/>
            <p:cNvGrpSpPr/>
            <p:nvPr/>
          </p:nvGrpSpPr>
          <p:grpSpPr>
            <a:xfrm>
              <a:off x="1542694" y="2882501"/>
              <a:ext cx="103104" cy="1426186"/>
              <a:chOff x="6006138" y="3143629"/>
              <a:chExt cx="122758" cy="1698043"/>
            </a:xfrm>
          </p:grpSpPr>
          <p:sp>
            <p:nvSpPr>
              <p:cNvPr id="8175" name="Google Shape;8175;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2" name="Google Shape;8182;p59"/>
          <p:cNvGrpSpPr/>
          <p:nvPr/>
        </p:nvGrpSpPr>
        <p:grpSpPr>
          <a:xfrm>
            <a:off x="5915341" y="2192094"/>
            <a:ext cx="1248543" cy="1025319"/>
            <a:chOff x="5183758" y="1210600"/>
            <a:chExt cx="3605380" cy="2960783"/>
          </a:xfrm>
        </p:grpSpPr>
        <p:sp>
          <p:nvSpPr>
            <p:cNvPr id="8183" name="Google Shape;8183;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7" name="Google Shape;8187;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188" name="Google Shape;8188;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189" name="Google Shape;8189;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190" name="Google Shape;8190;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191" name="Google Shape;8191;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59"/>
          <p:cNvGrpSpPr/>
          <p:nvPr/>
        </p:nvGrpSpPr>
        <p:grpSpPr>
          <a:xfrm>
            <a:off x="5772403" y="3330411"/>
            <a:ext cx="2664831" cy="843440"/>
            <a:chOff x="5916567" y="1099697"/>
            <a:chExt cx="2556683" cy="809211"/>
          </a:xfrm>
        </p:grpSpPr>
        <p:sp>
          <p:nvSpPr>
            <p:cNvPr id="8193" name="Google Shape;8193;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59"/>
          <p:cNvGrpSpPr/>
          <p:nvPr/>
        </p:nvGrpSpPr>
        <p:grpSpPr>
          <a:xfrm>
            <a:off x="5879943" y="979270"/>
            <a:ext cx="1299851" cy="1023338"/>
            <a:chOff x="5900602" y="1193063"/>
            <a:chExt cx="1299851" cy="1023338"/>
          </a:xfrm>
        </p:grpSpPr>
        <p:grpSp>
          <p:nvGrpSpPr>
            <p:cNvPr id="8202" name="Google Shape;8202;p59"/>
            <p:cNvGrpSpPr/>
            <p:nvPr/>
          </p:nvGrpSpPr>
          <p:grpSpPr>
            <a:xfrm>
              <a:off x="6743564" y="1193063"/>
              <a:ext cx="456889" cy="700379"/>
              <a:chOff x="6743564" y="1193063"/>
              <a:chExt cx="456889" cy="700379"/>
            </a:xfrm>
          </p:grpSpPr>
          <p:grpSp>
            <p:nvGrpSpPr>
              <p:cNvPr id="8203" name="Google Shape;8203;p59"/>
              <p:cNvGrpSpPr/>
              <p:nvPr/>
            </p:nvGrpSpPr>
            <p:grpSpPr>
              <a:xfrm>
                <a:off x="6743564" y="1690731"/>
                <a:ext cx="214402" cy="202710"/>
                <a:chOff x="6743564" y="1690731"/>
                <a:chExt cx="214402" cy="202710"/>
              </a:xfrm>
            </p:grpSpPr>
            <p:sp>
              <p:nvSpPr>
                <p:cNvPr id="8204" name="Google Shape;8204;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59"/>
              <p:cNvGrpSpPr/>
              <p:nvPr/>
            </p:nvGrpSpPr>
            <p:grpSpPr>
              <a:xfrm>
                <a:off x="6915505" y="1193063"/>
                <a:ext cx="284947" cy="589637"/>
                <a:chOff x="6915505" y="1193063"/>
                <a:chExt cx="284947" cy="589637"/>
              </a:xfrm>
            </p:grpSpPr>
            <p:sp>
              <p:nvSpPr>
                <p:cNvPr id="8207" name="Google Shape;8207;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8" name="Google Shape;8208;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209" name="Google Shape;8209;p59"/>
            <p:cNvGrpSpPr/>
            <p:nvPr/>
          </p:nvGrpSpPr>
          <p:grpSpPr>
            <a:xfrm>
              <a:off x="6520337" y="1193063"/>
              <a:ext cx="341815" cy="801589"/>
              <a:chOff x="6520337" y="1193063"/>
              <a:chExt cx="341815" cy="801589"/>
            </a:xfrm>
          </p:grpSpPr>
          <p:grpSp>
            <p:nvGrpSpPr>
              <p:cNvPr id="8210" name="Google Shape;8210;p59"/>
              <p:cNvGrpSpPr/>
              <p:nvPr/>
            </p:nvGrpSpPr>
            <p:grpSpPr>
              <a:xfrm>
                <a:off x="6520337" y="1589527"/>
                <a:ext cx="213950" cy="405125"/>
                <a:chOff x="6520337" y="1589527"/>
                <a:chExt cx="213950" cy="405125"/>
              </a:xfrm>
            </p:grpSpPr>
            <p:sp>
              <p:nvSpPr>
                <p:cNvPr id="8211" name="Google Shape;8211;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9"/>
              <p:cNvGrpSpPr/>
              <p:nvPr/>
            </p:nvGrpSpPr>
            <p:grpSpPr>
              <a:xfrm>
                <a:off x="6577204" y="1193063"/>
                <a:ext cx="284947" cy="453562"/>
                <a:chOff x="6577204" y="1193063"/>
                <a:chExt cx="284947" cy="453562"/>
              </a:xfrm>
            </p:grpSpPr>
            <p:sp>
              <p:nvSpPr>
                <p:cNvPr id="8214" name="Google Shape;8214;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5" name="Google Shape;8215;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216" name="Google Shape;8216;p59"/>
            <p:cNvGrpSpPr/>
            <p:nvPr/>
          </p:nvGrpSpPr>
          <p:grpSpPr>
            <a:xfrm>
              <a:off x="6238903" y="1193063"/>
              <a:ext cx="300475" cy="901782"/>
              <a:chOff x="6238903" y="1193063"/>
              <a:chExt cx="300475" cy="901782"/>
            </a:xfrm>
          </p:grpSpPr>
          <p:grpSp>
            <p:nvGrpSpPr>
              <p:cNvPr id="8217" name="Google Shape;8217;p59"/>
              <p:cNvGrpSpPr/>
              <p:nvPr/>
            </p:nvGrpSpPr>
            <p:grpSpPr>
              <a:xfrm>
                <a:off x="6290865" y="1489315"/>
                <a:ext cx="248514" cy="605530"/>
                <a:chOff x="6290865" y="1489315"/>
                <a:chExt cx="248514" cy="605530"/>
              </a:xfrm>
            </p:grpSpPr>
            <p:sp>
              <p:nvSpPr>
                <p:cNvPr id="8218" name="Google Shape;8218;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9"/>
              <p:cNvGrpSpPr/>
              <p:nvPr/>
            </p:nvGrpSpPr>
            <p:grpSpPr>
              <a:xfrm>
                <a:off x="6238903" y="1193063"/>
                <a:ext cx="284947" cy="327512"/>
                <a:chOff x="6238903" y="1193063"/>
                <a:chExt cx="284947" cy="327512"/>
              </a:xfrm>
            </p:grpSpPr>
            <p:sp>
              <p:nvSpPr>
                <p:cNvPr id="8221" name="Google Shape;8221;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2" name="Google Shape;8222;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223" name="Google Shape;8223;p59"/>
            <p:cNvGrpSpPr/>
            <p:nvPr/>
          </p:nvGrpSpPr>
          <p:grpSpPr>
            <a:xfrm>
              <a:off x="5900602" y="1193063"/>
              <a:ext cx="444345" cy="1023338"/>
              <a:chOff x="5900602" y="1193063"/>
              <a:chExt cx="444345" cy="1023338"/>
            </a:xfrm>
          </p:grpSpPr>
          <p:grpSp>
            <p:nvGrpSpPr>
              <p:cNvPr id="8224" name="Google Shape;8224;p59"/>
              <p:cNvGrpSpPr/>
              <p:nvPr/>
            </p:nvGrpSpPr>
            <p:grpSpPr>
              <a:xfrm>
                <a:off x="6046501" y="1367785"/>
                <a:ext cx="298446" cy="848616"/>
                <a:chOff x="6046501" y="1367785"/>
                <a:chExt cx="298446" cy="848616"/>
              </a:xfrm>
            </p:grpSpPr>
            <p:sp>
              <p:nvSpPr>
                <p:cNvPr id="8225" name="Google Shape;8225;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9"/>
              <p:cNvGrpSpPr/>
              <p:nvPr/>
            </p:nvGrpSpPr>
            <p:grpSpPr>
              <a:xfrm>
                <a:off x="5900602" y="1193063"/>
                <a:ext cx="284947" cy="182312"/>
                <a:chOff x="5900602" y="1193063"/>
                <a:chExt cx="284947" cy="182312"/>
              </a:xfrm>
            </p:grpSpPr>
            <p:sp>
              <p:nvSpPr>
                <p:cNvPr id="8228" name="Google Shape;8228;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9" name="Google Shape;8229;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230" name="Google Shape;8230;p59"/>
          <p:cNvGrpSpPr/>
          <p:nvPr/>
        </p:nvGrpSpPr>
        <p:grpSpPr>
          <a:xfrm>
            <a:off x="7217825" y="979415"/>
            <a:ext cx="1219413" cy="1051365"/>
            <a:chOff x="7287122" y="1165658"/>
            <a:chExt cx="1219413" cy="1051365"/>
          </a:xfrm>
        </p:grpSpPr>
        <p:grpSp>
          <p:nvGrpSpPr>
            <p:cNvPr id="8231" name="Google Shape;8231;p59"/>
            <p:cNvGrpSpPr/>
            <p:nvPr/>
          </p:nvGrpSpPr>
          <p:grpSpPr>
            <a:xfrm>
              <a:off x="7287122" y="1969723"/>
              <a:ext cx="1219413" cy="247300"/>
              <a:chOff x="7287122" y="1969723"/>
              <a:chExt cx="1219413" cy="247300"/>
            </a:xfrm>
          </p:grpSpPr>
          <p:sp>
            <p:nvSpPr>
              <p:cNvPr id="8232" name="Google Shape;8232;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3" name="Google Shape;8233;p59"/>
              <p:cNvGrpSpPr/>
              <p:nvPr/>
            </p:nvGrpSpPr>
            <p:grpSpPr>
              <a:xfrm>
                <a:off x="7287122" y="2063892"/>
                <a:ext cx="1151753" cy="73428"/>
                <a:chOff x="7287122" y="2063892"/>
                <a:chExt cx="1151753" cy="73428"/>
              </a:xfrm>
            </p:grpSpPr>
            <p:sp>
              <p:nvSpPr>
                <p:cNvPr id="8234" name="Google Shape;8234;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5" name="Google Shape;8235;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236" name="Google Shape;8236;p59"/>
            <p:cNvGrpSpPr/>
            <p:nvPr/>
          </p:nvGrpSpPr>
          <p:grpSpPr>
            <a:xfrm>
              <a:off x="7287122" y="1712201"/>
              <a:ext cx="1219403" cy="246767"/>
              <a:chOff x="7287122" y="1712201"/>
              <a:chExt cx="1219403" cy="246767"/>
            </a:xfrm>
          </p:grpSpPr>
          <p:sp>
            <p:nvSpPr>
              <p:cNvPr id="8237" name="Google Shape;8237;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8" name="Google Shape;8238;p59"/>
              <p:cNvGrpSpPr/>
              <p:nvPr/>
            </p:nvGrpSpPr>
            <p:grpSpPr>
              <a:xfrm>
                <a:off x="7287122" y="1842861"/>
                <a:ext cx="1005303" cy="73419"/>
                <a:chOff x="7287122" y="1842861"/>
                <a:chExt cx="1005303" cy="73419"/>
              </a:xfrm>
            </p:grpSpPr>
            <p:sp>
              <p:nvSpPr>
                <p:cNvPr id="8239" name="Google Shape;8239;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0" name="Google Shape;8240;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241" name="Google Shape;8241;p59"/>
            <p:cNvGrpSpPr/>
            <p:nvPr/>
          </p:nvGrpSpPr>
          <p:grpSpPr>
            <a:xfrm>
              <a:off x="7287122" y="1447520"/>
              <a:ext cx="1219403" cy="286667"/>
              <a:chOff x="7287122" y="1447520"/>
              <a:chExt cx="1219403" cy="286667"/>
            </a:xfrm>
          </p:grpSpPr>
          <p:sp>
            <p:nvSpPr>
              <p:cNvPr id="8242" name="Google Shape;8242;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3" name="Google Shape;8243;p59"/>
              <p:cNvGrpSpPr/>
              <p:nvPr/>
            </p:nvGrpSpPr>
            <p:grpSpPr>
              <a:xfrm>
                <a:off x="7287122" y="1581977"/>
                <a:ext cx="852803" cy="73428"/>
                <a:chOff x="7287122" y="1581977"/>
                <a:chExt cx="852803" cy="73428"/>
              </a:xfrm>
            </p:grpSpPr>
            <p:sp>
              <p:nvSpPr>
                <p:cNvPr id="8244" name="Google Shape;8244;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5" name="Google Shape;8245;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246" name="Google Shape;8246;p59"/>
            <p:cNvGrpSpPr/>
            <p:nvPr/>
          </p:nvGrpSpPr>
          <p:grpSpPr>
            <a:xfrm>
              <a:off x="7287122" y="1165658"/>
              <a:ext cx="1219403" cy="344253"/>
              <a:chOff x="7287122" y="1165658"/>
              <a:chExt cx="1219403" cy="344253"/>
            </a:xfrm>
          </p:grpSpPr>
          <p:sp>
            <p:nvSpPr>
              <p:cNvPr id="8247" name="Google Shape;8247;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8" name="Google Shape;8248;p59"/>
              <p:cNvGrpSpPr/>
              <p:nvPr/>
            </p:nvGrpSpPr>
            <p:grpSpPr>
              <a:xfrm>
                <a:off x="7287122" y="1341025"/>
                <a:ext cx="695703" cy="73419"/>
                <a:chOff x="7287122" y="1341025"/>
                <a:chExt cx="695703" cy="73419"/>
              </a:xfrm>
            </p:grpSpPr>
            <p:sp>
              <p:nvSpPr>
                <p:cNvPr id="8249" name="Google Shape;8249;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0" name="Google Shape;8250;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54" name="Shape 8254"/>
        <p:cNvGrpSpPr/>
        <p:nvPr/>
      </p:nvGrpSpPr>
      <p:grpSpPr>
        <a:xfrm>
          <a:off x="0" y="0"/>
          <a:ext cx="0" cy="0"/>
          <a:chOff x="0" y="0"/>
          <a:chExt cx="0" cy="0"/>
        </a:xfrm>
      </p:grpSpPr>
      <p:sp>
        <p:nvSpPr>
          <p:cNvPr id="8255" name="Google Shape;8255;p60"/>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256" name="Google Shape;8256;p60"/>
          <p:cNvGrpSpPr/>
          <p:nvPr/>
        </p:nvGrpSpPr>
        <p:grpSpPr>
          <a:xfrm>
            <a:off x="830341" y="2307733"/>
            <a:ext cx="340168" cy="298978"/>
            <a:chOff x="892750" y="267400"/>
            <a:chExt cx="483125" cy="424625"/>
          </a:xfrm>
        </p:grpSpPr>
        <p:sp>
          <p:nvSpPr>
            <p:cNvPr id="8257" name="Google Shape;8257;p6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8" name="Google Shape;8258;p6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9" name="Google Shape;8259;p6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0" name="Google Shape;8260;p60"/>
          <p:cNvGrpSpPr/>
          <p:nvPr/>
        </p:nvGrpSpPr>
        <p:grpSpPr>
          <a:xfrm>
            <a:off x="1268776" y="2287121"/>
            <a:ext cx="298996" cy="340204"/>
            <a:chOff x="1516475" y="238075"/>
            <a:chExt cx="424650" cy="483175"/>
          </a:xfrm>
        </p:grpSpPr>
        <p:sp>
          <p:nvSpPr>
            <p:cNvPr id="8261" name="Google Shape;8261;p6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2" name="Google Shape;8262;p6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3" name="Google Shape;8263;p60"/>
          <p:cNvGrpSpPr/>
          <p:nvPr/>
        </p:nvGrpSpPr>
        <p:grpSpPr>
          <a:xfrm>
            <a:off x="1661867" y="2367520"/>
            <a:ext cx="341488" cy="179405"/>
            <a:chOff x="2080675" y="352325"/>
            <a:chExt cx="485000" cy="254800"/>
          </a:xfrm>
        </p:grpSpPr>
        <p:sp>
          <p:nvSpPr>
            <p:cNvPr id="8264" name="Google Shape;8264;p6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5" name="Google Shape;8265;p6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6" name="Google Shape;8266;p60"/>
          <p:cNvGrpSpPr/>
          <p:nvPr/>
        </p:nvGrpSpPr>
        <p:grpSpPr>
          <a:xfrm>
            <a:off x="2111046" y="2287138"/>
            <a:ext cx="298996" cy="340168"/>
            <a:chOff x="2705375" y="238125"/>
            <a:chExt cx="424650" cy="483125"/>
          </a:xfrm>
        </p:grpSpPr>
        <p:sp>
          <p:nvSpPr>
            <p:cNvPr id="8267" name="Google Shape;8267;p6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8" name="Google Shape;8268;p6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9" name="Google Shape;8269;p6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0" name="Google Shape;8270;p6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1" name="Google Shape;8271;p60"/>
          <p:cNvGrpSpPr/>
          <p:nvPr/>
        </p:nvGrpSpPr>
        <p:grpSpPr>
          <a:xfrm>
            <a:off x="2527187" y="2287455"/>
            <a:ext cx="301161" cy="339535"/>
            <a:chOff x="3299850" y="238575"/>
            <a:chExt cx="427725" cy="482225"/>
          </a:xfrm>
        </p:grpSpPr>
        <p:sp>
          <p:nvSpPr>
            <p:cNvPr id="8272" name="Google Shape;8272;p6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3" name="Google Shape;8273;p6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4" name="Google Shape;8274;p6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5" name="Google Shape;8275;p6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6" name="Google Shape;8276;p6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7" name="Google Shape;8277;p60"/>
          <p:cNvGrpSpPr/>
          <p:nvPr/>
        </p:nvGrpSpPr>
        <p:grpSpPr>
          <a:xfrm>
            <a:off x="2914108" y="2287138"/>
            <a:ext cx="352455" cy="340168"/>
            <a:chOff x="3857225" y="238125"/>
            <a:chExt cx="500575" cy="483125"/>
          </a:xfrm>
        </p:grpSpPr>
        <p:sp>
          <p:nvSpPr>
            <p:cNvPr id="8278" name="Google Shape;8278;p6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9" name="Google Shape;8279;p6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0" name="Google Shape;8280;p6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1" name="Google Shape;8281;p6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2" name="Google Shape;8282;p6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3" name="Google Shape;8283;p6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4" name="Google Shape;8284;p6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85" name="Google Shape;8285;p60"/>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86" name="Google Shape;8286;p60"/>
          <p:cNvGrpSpPr/>
          <p:nvPr/>
        </p:nvGrpSpPr>
        <p:grpSpPr>
          <a:xfrm>
            <a:off x="3760885" y="2287165"/>
            <a:ext cx="340186" cy="340116"/>
            <a:chOff x="5053900" y="238200"/>
            <a:chExt cx="483150" cy="483050"/>
          </a:xfrm>
        </p:grpSpPr>
        <p:sp>
          <p:nvSpPr>
            <p:cNvPr id="8287" name="Google Shape;8287;p6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8" name="Google Shape;8288;p6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9" name="Google Shape;8289;p6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0" name="Google Shape;8290;p6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1" name="Google Shape;8291;p60"/>
          <p:cNvGrpSpPr/>
          <p:nvPr/>
        </p:nvGrpSpPr>
        <p:grpSpPr>
          <a:xfrm>
            <a:off x="4174835" y="2287138"/>
            <a:ext cx="340168" cy="340168"/>
            <a:chOff x="5648375" y="238125"/>
            <a:chExt cx="483125" cy="483125"/>
          </a:xfrm>
        </p:grpSpPr>
        <p:sp>
          <p:nvSpPr>
            <p:cNvPr id="8292" name="Google Shape;8292;p6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3" name="Google Shape;8293;p6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4" name="Google Shape;8294;p6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5" name="Google Shape;8295;p6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6" name="Google Shape;8296;p6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7" name="Google Shape;8297;p6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8" name="Google Shape;8298;p6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9" name="Google Shape;8299;p6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0" name="Google Shape;8300;p6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1" name="Google Shape;8301;p6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2" name="Google Shape;8302;p60"/>
          <p:cNvGrpSpPr/>
          <p:nvPr/>
        </p:nvGrpSpPr>
        <p:grpSpPr>
          <a:xfrm>
            <a:off x="4591521" y="2287138"/>
            <a:ext cx="340168" cy="340168"/>
            <a:chOff x="6242825" y="238125"/>
            <a:chExt cx="483125" cy="483125"/>
          </a:xfrm>
        </p:grpSpPr>
        <p:sp>
          <p:nvSpPr>
            <p:cNvPr id="8303" name="Google Shape;8303;p6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4" name="Google Shape;8304;p6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5" name="Google Shape;8305;p6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6" name="Google Shape;8306;p60"/>
          <p:cNvGrpSpPr/>
          <p:nvPr/>
        </p:nvGrpSpPr>
        <p:grpSpPr>
          <a:xfrm>
            <a:off x="828643" y="2727362"/>
            <a:ext cx="343566" cy="298943"/>
            <a:chOff x="889275" y="861850"/>
            <a:chExt cx="487950" cy="424575"/>
          </a:xfrm>
        </p:grpSpPr>
        <p:sp>
          <p:nvSpPr>
            <p:cNvPr id="8307" name="Google Shape;8307;p6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8" name="Google Shape;8308;p6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9" name="Google Shape;8309;p6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0" name="Google Shape;8310;p6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11" name="Google Shape;8311;p60"/>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2" name="Google Shape;8312;p60"/>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13" name="Google Shape;8313;p60"/>
          <p:cNvGrpSpPr/>
          <p:nvPr/>
        </p:nvGrpSpPr>
        <p:grpSpPr>
          <a:xfrm>
            <a:off x="2090460" y="2706749"/>
            <a:ext cx="340168" cy="340168"/>
            <a:chOff x="2676100" y="832575"/>
            <a:chExt cx="483125" cy="483125"/>
          </a:xfrm>
        </p:grpSpPr>
        <p:sp>
          <p:nvSpPr>
            <p:cNvPr id="8314" name="Google Shape;8314;p6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5" name="Google Shape;8315;p6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6" name="Google Shape;8316;p6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7" name="Google Shape;8317;p60"/>
          <p:cNvGrpSpPr/>
          <p:nvPr/>
        </p:nvGrpSpPr>
        <p:grpSpPr>
          <a:xfrm>
            <a:off x="2501963" y="2706749"/>
            <a:ext cx="351610" cy="340168"/>
            <a:chOff x="3270550" y="832575"/>
            <a:chExt cx="499375" cy="483125"/>
          </a:xfrm>
        </p:grpSpPr>
        <p:sp>
          <p:nvSpPr>
            <p:cNvPr id="8318" name="Google Shape;8318;p6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9" name="Google Shape;8319;p6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0" name="Google Shape;8320;p6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1" name="Google Shape;8321;p60"/>
          <p:cNvGrpSpPr/>
          <p:nvPr/>
        </p:nvGrpSpPr>
        <p:grpSpPr>
          <a:xfrm>
            <a:off x="3335925" y="2727300"/>
            <a:ext cx="344798" cy="299066"/>
            <a:chOff x="4452900" y="861750"/>
            <a:chExt cx="489700" cy="424750"/>
          </a:xfrm>
        </p:grpSpPr>
        <p:sp>
          <p:nvSpPr>
            <p:cNvPr id="8322" name="Google Shape;8322;p6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3" name="Google Shape;8323;p6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4" name="Google Shape;8324;p6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5" name="Google Shape;8325;p60"/>
          <p:cNvGrpSpPr/>
          <p:nvPr/>
        </p:nvGrpSpPr>
        <p:grpSpPr>
          <a:xfrm>
            <a:off x="3753158" y="2706758"/>
            <a:ext cx="355641" cy="340151"/>
            <a:chOff x="5049750" y="832600"/>
            <a:chExt cx="505100" cy="483100"/>
          </a:xfrm>
        </p:grpSpPr>
        <p:sp>
          <p:nvSpPr>
            <p:cNvPr id="8326" name="Google Shape;8326;p6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7" name="Google Shape;8327;p6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28" name="Google Shape;8328;p60"/>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29" name="Google Shape;8329;p60"/>
          <p:cNvGrpSpPr/>
          <p:nvPr/>
        </p:nvGrpSpPr>
        <p:grpSpPr>
          <a:xfrm>
            <a:off x="4612107" y="2706749"/>
            <a:ext cx="298996" cy="340168"/>
            <a:chOff x="6272100" y="832575"/>
            <a:chExt cx="424650" cy="483125"/>
          </a:xfrm>
        </p:grpSpPr>
        <p:sp>
          <p:nvSpPr>
            <p:cNvPr id="8330" name="Google Shape;8330;p6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1" name="Google Shape;8331;p6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2" name="Google Shape;8332;p60"/>
          <p:cNvGrpSpPr/>
          <p:nvPr/>
        </p:nvGrpSpPr>
        <p:grpSpPr>
          <a:xfrm>
            <a:off x="2920243" y="2717381"/>
            <a:ext cx="340186" cy="318904"/>
            <a:chOff x="3865000" y="847675"/>
            <a:chExt cx="483150" cy="452925"/>
          </a:xfrm>
        </p:grpSpPr>
        <p:sp>
          <p:nvSpPr>
            <p:cNvPr id="8333" name="Google Shape;8333;p6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4" name="Google Shape;8334;p6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5" name="Google Shape;8335;p6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6" name="Google Shape;8336;p6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7" name="Google Shape;8337;p60"/>
          <p:cNvGrpSpPr/>
          <p:nvPr/>
        </p:nvGrpSpPr>
        <p:grpSpPr>
          <a:xfrm>
            <a:off x="830315" y="3125798"/>
            <a:ext cx="340221" cy="340186"/>
            <a:chOff x="893650" y="1428000"/>
            <a:chExt cx="483200" cy="483150"/>
          </a:xfrm>
        </p:grpSpPr>
        <p:sp>
          <p:nvSpPr>
            <p:cNvPr id="8338" name="Google Shape;8338;p6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9" name="Google Shape;8339;p6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0" name="Google Shape;8340;p6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1" name="Google Shape;8341;p6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42" name="Google Shape;8342;p60"/>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3" name="Google Shape;8343;p60"/>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44" name="Google Shape;8344;p60"/>
          <p:cNvGrpSpPr/>
          <p:nvPr/>
        </p:nvGrpSpPr>
        <p:grpSpPr>
          <a:xfrm>
            <a:off x="2084132" y="3146463"/>
            <a:ext cx="352825" cy="298855"/>
            <a:chOff x="2676100" y="1456375"/>
            <a:chExt cx="501100" cy="424450"/>
          </a:xfrm>
        </p:grpSpPr>
        <p:sp>
          <p:nvSpPr>
            <p:cNvPr id="8345" name="Google Shape;8345;p6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6" name="Google Shape;8346;p6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7" name="Google Shape;8347;p6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8" name="Google Shape;8348;p60"/>
          <p:cNvGrpSpPr/>
          <p:nvPr/>
        </p:nvGrpSpPr>
        <p:grpSpPr>
          <a:xfrm>
            <a:off x="2507657" y="3125806"/>
            <a:ext cx="340221" cy="340168"/>
            <a:chOff x="3270475" y="1427025"/>
            <a:chExt cx="483200" cy="483125"/>
          </a:xfrm>
        </p:grpSpPr>
        <p:sp>
          <p:nvSpPr>
            <p:cNvPr id="8349" name="Google Shape;8349;p6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0" name="Google Shape;8350;p6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1" name="Google Shape;8351;p6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2" name="Google Shape;8352;p60"/>
          <p:cNvGrpSpPr/>
          <p:nvPr/>
        </p:nvGrpSpPr>
        <p:grpSpPr>
          <a:xfrm>
            <a:off x="2918570" y="3125780"/>
            <a:ext cx="343530" cy="340221"/>
            <a:chOff x="3860250" y="1427025"/>
            <a:chExt cx="487900" cy="483200"/>
          </a:xfrm>
        </p:grpSpPr>
        <p:sp>
          <p:nvSpPr>
            <p:cNvPr id="8353" name="Google Shape;8353;p6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4" name="Google Shape;8354;p6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5" name="Google Shape;8355;p6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56" name="Google Shape;8356;p60"/>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7" name="Google Shape;8357;p60"/>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58" name="Google Shape;8358;p60"/>
          <p:cNvGrpSpPr/>
          <p:nvPr/>
        </p:nvGrpSpPr>
        <p:grpSpPr>
          <a:xfrm>
            <a:off x="4174808" y="3125806"/>
            <a:ext cx="340221" cy="340168"/>
            <a:chOff x="5648375" y="1427025"/>
            <a:chExt cx="483200" cy="483125"/>
          </a:xfrm>
        </p:grpSpPr>
        <p:sp>
          <p:nvSpPr>
            <p:cNvPr id="8359" name="Google Shape;8359;p6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0" name="Google Shape;8360;p6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1" name="Google Shape;8361;p60"/>
          <p:cNvGrpSpPr/>
          <p:nvPr/>
        </p:nvGrpSpPr>
        <p:grpSpPr>
          <a:xfrm>
            <a:off x="4589294" y="3125789"/>
            <a:ext cx="344622" cy="340204"/>
            <a:chOff x="6238300" y="1426975"/>
            <a:chExt cx="489450" cy="483175"/>
          </a:xfrm>
        </p:grpSpPr>
        <p:sp>
          <p:nvSpPr>
            <p:cNvPr id="8362" name="Google Shape;8362;p6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3" name="Google Shape;8363;p6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4" name="Google Shape;8364;p6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65" name="Google Shape;8365;p60"/>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66" name="Google Shape;8366;p60"/>
          <p:cNvGrpSpPr/>
          <p:nvPr/>
        </p:nvGrpSpPr>
        <p:grpSpPr>
          <a:xfrm>
            <a:off x="1248190" y="3544794"/>
            <a:ext cx="340168" cy="340186"/>
            <a:chOff x="1487200" y="2021475"/>
            <a:chExt cx="483125" cy="483150"/>
          </a:xfrm>
        </p:grpSpPr>
        <p:sp>
          <p:nvSpPr>
            <p:cNvPr id="8367" name="Google Shape;8367;p6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8" name="Google Shape;8368;p6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9" name="Google Shape;8369;p6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0" name="Google Shape;8370;p6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1" name="Google Shape;8371;p60"/>
          <p:cNvGrpSpPr/>
          <p:nvPr/>
        </p:nvGrpSpPr>
        <p:grpSpPr>
          <a:xfrm>
            <a:off x="1662527" y="3565398"/>
            <a:ext cx="340168" cy="298978"/>
            <a:chOff x="2081650" y="2050750"/>
            <a:chExt cx="483125" cy="424625"/>
          </a:xfrm>
        </p:grpSpPr>
        <p:sp>
          <p:nvSpPr>
            <p:cNvPr id="8372" name="Google Shape;8372;p6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3" name="Google Shape;8373;p6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4" name="Google Shape;8374;p6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5" name="Google Shape;8375;p6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6" name="Google Shape;8376;p6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7" name="Google Shape;8377;p6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8" name="Google Shape;8378;p60"/>
          <p:cNvGrpSpPr/>
          <p:nvPr/>
        </p:nvGrpSpPr>
        <p:grpSpPr>
          <a:xfrm>
            <a:off x="2090460" y="3588721"/>
            <a:ext cx="340168" cy="252332"/>
            <a:chOff x="2676100" y="2083800"/>
            <a:chExt cx="483125" cy="358375"/>
          </a:xfrm>
        </p:grpSpPr>
        <p:sp>
          <p:nvSpPr>
            <p:cNvPr id="8379" name="Google Shape;8379;p6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0" name="Google Shape;8380;p6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1" name="Google Shape;8381;p60"/>
          <p:cNvGrpSpPr/>
          <p:nvPr/>
        </p:nvGrpSpPr>
        <p:grpSpPr>
          <a:xfrm>
            <a:off x="2515974" y="3554766"/>
            <a:ext cx="323587" cy="320242"/>
            <a:chOff x="3282325" y="2035675"/>
            <a:chExt cx="459575" cy="454825"/>
          </a:xfrm>
        </p:grpSpPr>
        <p:sp>
          <p:nvSpPr>
            <p:cNvPr id="8382" name="Google Shape;8382;p6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3" name="Google Shape;8383;p6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4" name="Google Shape;8384;p6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5" name="Google Shape;8385;p6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86" name="Google Shape;8386;p60"/>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7" name="Google Shape;8387;p60"/>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88" name="Google Shape;8388;p60"/>
          <p:cNvGrpSpPr/>
          <p:nvPr/>
        </p:nvGrpSpPr>
        <p:grpSpPr>
          <a:xfrm>
            <a:off x="3760673" y="3544803"/>
            <a:ext cx="340608" cy="340168"/>
            <a:chOff x="5053900" y="2021500"/>
            <a:chExt cx="483750" cy="483125"/>
          </a:xfrm>
        </p:grpSpPr>
        <p:sp>
          <p:nvSpPr>
            <p:cNvPr id="8389" name="Google Shape;8389;p6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0" name="Google Shape;8390;p6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1" name="Google Shape;8391;p6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2" name="Google Shape;8392;p6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3" name="Google Shape;8393;p6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4" name="Google Shape;8394;p6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5" name="Google Shape;8395;p6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6" name="Google Shape;8396;p6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97" name="Google Shape;8397;p60"/>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98" name="Google Shape;8398;p60"/>
          <p:cNvGrpSpPr/>
          <p:nvPr/>
        </p:nvGrpSpPr>
        <p:grpSpPr>
          <a:xfrm>
            <a:off x="4585773" y="3547971"/>
            <a:ext cx="351663" cy="333831"/>
            <a:chOff x="6222125" y="2025975"/>
            <a:chExt cx="499450" cy="474125"/>
          </a:xfrm>
        </p:grpSpPr>
        <p:sp>
          <p:nvSpPr>
            <p:cNvPr id="8399" name="Google Shape;8399;p6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0" name="Google Shape;8400;p6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1" name="Google Shape;8401;p6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2" name="Google Shape;8402;p60"/>
          <p:cNvGrpSpPr/>
          <p:nvPr/>
        </p:nvGrpSpPr>
        <p:grpSpPr>
          <a:xfrm>
            <a:off x="5043335" y="2364541"/>
            <a:ext cx="335504" cy="185953"/>
            <a:chOff x="896050" y="2725450"/>
            <a:chExt cx="476500" cy="264100"/>
          </a:xfrm>
        </p:grpSpPr>
        <p:sp>
          <p:nvSpPr>
            <p:cNvPr id="8403" name="Google Shape;8403;p6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4" name="Google Shape;8404;p6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5" name="Google Shape;8405;p6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6" name="Google Shape;8406;p60"/>
          <p:cNvGrpSpPr/>
          <p:nvPr/>
        </p:nvGrpSpPr>
        <p:grpSpPr>
          <a:xfrm>
            <a:off x="5474075" y="2287425"/>
            <a:ext cx="340168" cy="340186"/>
            <a:chOff x="1487200" y="2615925"/>
            <a:chExt cx="483125" cy="483150"/>
          </a:xfrm>
        </p:grpSpPr>
        <p:sp>
          <p:nvSpPr>
            <p:cNvPr id="8407" name="Google Shape;8407;p6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8" name="Google Shape;8408;p6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9" name="Google Shape;8409;p6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0" name="Google Shape;8410;p60"/>
          <p:cNvGrpSpPr/>
          <p:nvPr/>
        </p:nvGrpSpPr>
        <p:grpSpPr>
          <a:xfrm>
            <a:off x="5874024" y="2287425"/>
            <a:ext cx="353564" cy="340186"/>
            <a:chOff x="2077575" y="2615925"/>
            <a:chExt cx="502150" cy="483150"/>
          </a:xfrm>
        </p:grpSpPr>
        <p:sp>
          <p:nvSpPr>
            <p:cNvPr id="8411" name="Google Shape;8411;p6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2" name="Google Shape;8412;p6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3" name="Google Shape;8413;p6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4" name="Google Shape;8414;p6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5" name="Google Shape;8415;p60"/>
          <p:cNvGrpSpPr/>
          <p:nvPr/>
        </p:nvGrpSpPr>
        <p:grpSpPr>
          <a:xfrm>
            <a:off x="6297813" y="2303452"/>
            <a:ext cx="334536" cy="308132"/>
            <a:chOff x="2680100" y="2638725"/>
            <a:chExt cx="475125" cy="437625"/>
          </a:xfrm>
        </p:grpSpPr>
        <p:sp>
          <p:nvSpPr>
            <p:cNvPr id="8416" name="Google Shape;8416;p6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7" name="Google Shape;8417;p6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8" name="Google Shape;8418;p6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9" name="Google Shape;8419;p6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0" name="Google Shape;8420;p60"/>
          <p:cNvGrpSpPr/>
          <p:nvPr/>
        </p:nvGrpSpPr>
        <p:grpSpPr>
          <a:xfrm>
            <a:off x="6763452" y="2287425"/>
            <a:ext cx="239183" cy="340186"/>
            <a:chOff x="3342275" y="2615925"/>
            <a:chExt cx="339700" cy="483150"/>
          </a:xfrm>
        </p:grpSpPr>
        <p:sp>
          <p:nvSpPr>
            <p:cNvPr id="8421" name="Google Shape;8421;p6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2" name="Google Shape;8422;p6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23" name="Google Shape;8423;p60"/>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4" name="Google Shape;8424;p60"/>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5" name="Google Shape;8425;p60"/>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26" name="Google Shape;8426;p60"/>
          <p:cNvGrpSpPr/>
          <p:nvPr/>
        </p:nvGrpSpPr>
        <p:grpSpPr>
          <a:xfrm>
            <a:off x="5380655" y="3961361"/>
            <a:ext cx="339482" cy="339271"/>
            <a:chOff x="5648900" y="2616600"/>
            <a:chExt cx="482150" cy="481850"/>
          </a:xfrm>
        </p:grpSpPr>
        <p:sp>
          <p:nvSpPr>
            <p:cNvPr id="8427" name="Google Shape;8427;p6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8" name="Google Shape;8428;p6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9" name="Google Shape;8429;p60"/>
          <p:cNvGrpSpPr/>
          <p:nvPr/>
        </p:nvGrpSpPr>
        <p:grpSpPr>
          <a:xfrm>
            <a:off x="3699939" y="3968149"/>
            <a:ext cx="325626" cy="325694"/>
            <a:chOff x="6242825" y="2615925"/>
            <a:chExt cx="483125" cy="483225"/>
          </a:xfrm>
        </p:grpSpPr>
        <p:sp>
          <p:nvSpPr>
            <p:cNvPr id="8430" name="Google Shape;8430;p6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1" name="Google Shape;8431;p6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2" name="Google Shape;8432;p6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3" name="Google Shape;8433;p6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4" name="Google Shape;8434;p6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35" name="Google Shape;8435;p60"/>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36" name="Google Shape;8436;p60"/>
          <p:cNvGrpSpPr/>
          <p:nvPr/>
        </p:nvGrpSpPr>
        <p:grpSpPr>
          <a:xfrm>
            <a:off x="5473116" y="2707036"/>
            <a:ext cx="342087" cy="340186"/>
            <a:chOff x="1487200" y="3210375"/>
            <a:chExt cx="485850" cy="483150"/>
          </a:xfrm>
        </p:grpSpPr>
        <p:sp>
          <p:nvSpPr>
            <p:cNvPr id="8437" name="Google Shape;8437;p6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8" name="Google Shape;8438;p6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9" name="Google Shape;8439;p6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40" name="Google Shape;8440;p60"/>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1" name="Google Shape;8441;p60"/>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42" name="Google Shape;8442;p60"/>
          <p:cNvGrpSpPr/>
          <p:nvPr/>
        </p:nvGrpSpPr>
        <p:grpSpPr>
          <a:xfrm>
            <a:off x="6712475" y="2707027"/>
            <a:ext cx="341136" cy="340204"/>
            <a:chOff x="3269875" y="3210400"/>
            <a:chExt cx="484500" cy="483175"/>
          </a:xfrm>
        </p:grpSpPr>
        <p:sp>
          <p:nvSpPr>
            <p:cNvPr id="8443" name="Google Shape;8443;p6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4" name="Google Shape;8444;p6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5" name="Google Shape;8445;p60"/>
          <p:cNvGrpSpPr/>
          <p:nvPr/>
        </p:nvGrpSpPr>
        <p:grpSpPr>
          <a:xfrm>
            <a:off x="7211568" y="2706666"/>
            <a:ext cx="170216" cy="340925"/>
            <a:chOff x="3985700" y="3210375"/>
            <a:chExt cx="241750" cy="484200"/>
          </a:xfrm>
        </p:grpSpPr>
        <p:sp>
          <p:nvSpPr>
            <p:cNvPr id="8446" name="Google Shape;8446;p6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7" name="Google Shape;8447;p6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8" name="Google Shape;8448;p60"/>
          <p:cNvGrpSpPr/>
          <p:nvPr/>
        </p:nvGrpSpPr>
        <p:grpSpPr>
          <a:xfrm>
            <a:off x="7550838" y="2707678"/>
            <a:ext cx="339007" cy="338901"/>
            <a:chOff x="4460225" y="3211300"/>
            <a:chExt cx="481475" cy="481325"/>
          </a:xfrm>
        </p:grpSpPr>
        <p:sp>
          <p:nvSpPr>
            <p:cNvPr id="8449" name="Google Shape;8449;p6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0" name="Google Shape;8450;p6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51" name="Google Shape;8451;p60"/>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52" name="Google Shape;8452;p60"/>
          <p:cNvGrpSpPr/>
          <p:nvPr/>
        </p:nvGrpSpPr>
        <p:grpSpPr>
          <a:xfrm>
            <a:off x="5824496" y="3990669"/>
            <a:ext cx="342034" cy="280654"/>
            <a:chOff x="5647000" y="3252650"/>
            <a:chExt cx="485775" cy="398600"/>
          </a:xfrm>
        </p:grpSpPr>
        <p:sp>
          <p:nvSpPr>
            <p:cNvPr id="8453" name="Google Shape;8453;p6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4" name="Google Shape;8454;p6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5" name="Google Shape;8455;p6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6" name="Google Shape;8456;p6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7" name="Google Shape;8457;p6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8" name="Google Shape;8458;p60"/>
          <p:cNvGrpSpPr/>
          <p:nvPr/>
        </p:nvGrpSpPr>
        <p:grpSpPr>
          <a:xfrm>
            <a:off x="4129937" y="3996769"/>
            <a:ext cx="326536" cy="268454"/>
            <a:chOff x="6242450" y="3252800"/>
            <a:chExt cx="484475" cy="398300"/>
          </a:xfrm>
        </p:grpSpPr>
        <p:sp>
          <p:nvSpPr>
            <p:cNvPr id="8459" name="Google Shape;8459;p6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0" name="Google Shape;8460;p6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1" name="Google Shape;8461;p6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2" name="Google Shape;8462;p60"/>
          <p:cNvGrpSpPr/>
          <p:nvPr/>
        </p:nvGrpSpPr>
        <p:grpSpPr>
          <a:xfrm>
            <a:off x="5061598" y="3126102"/>
            <a:ext cx="298978" cy="340168"/>
            <a:chOff x="922025" y="3804850"/>
            <a:chExt cx="424625" cy="483125"/>
          </a:xfrm>
        </p:grpSpPr>
        <p:sp>
          <p:nvSpPr>
            <p:cNvPr id="8463" name="Google Shape;8463;p6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4" name="Google Shape;8464;p6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65" name="Google Shape;8465;p60"/>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66" name="Google Shape;8466;p60"/>
          <p:cNvGrpSpPr/>
          <p:nvPr/>
        </p:nvGrpSpPr>
        <p:grpSpPr>
          <a:xfrm>
            <a:off x="5894327" y="3126102"/>
            <a:ext cx="312955" cy="340168"/>
            <a:chOff x="2100300" y="3804850"/>
            <a:chExt cx="444475" cy="483125"/>
          </a:xfrm>
        </p:grpSpPr>
        <p:sp>
          <p:nvSpPr>
            <p:cNvPr id="8467" name="Google Shape;8467;p6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8" name="Google Shape;8468;p6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9" name="Google Shape;8469;p60"/>
          <p:cNvGrpSpPr/>
          <p:nvPr/>
        </p:nvGrpSpPr>
        <p:grpSpPr>
          <a:xfrm>
            <a:off x="6317950" y="3126102"/>
            <a:ext cx="294261" cy="340168"/>
            <a:chOff x="2708700" y="3804850"/>
            <a:chExt cx="417925" cy="483125"/>
          </a:xfrm>
        </p:grpSpPr>
        <p:sp>
          <p:nvSpPr>
            <p:cNvPr id="8470" name="Google Shape;8470;p6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1" name="Google Shape;8471;p6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2" name="Google Shape;8472;p6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3" name="Google Shape;8473;p6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74" name="Google Shape;8474;p60"/>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5" name="Google Shape;8475;p60"/>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76" name="Google Shape;8476;p60"/>
          <p:cNvGrpSpPr/>
          <p:nvPr/>
        </p:nvGrpSpPr>
        <p:grpSpPr>
          <a:xfrm>
            <a:off x="7554825" y="3127378"/>
            <a:ext cx="331033" cy="337616"/>
            <a:chOff x="4467450" y="3808475"/>
            <a:chExt cx="470150" cy="479500"/>
          </a:xfrm>
        </p:grpSpPr>
        <p:sp>
          <p:nvSpPr>
            <p:cNvPr id="8477" name="Google Shape;8477;p6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8" name="Google Shape;8478;p6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9" name="Google Shape;8479;p6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0" name="Google Shape;8480;p6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1" name="Google Shape;8481;p60"/>
          <p:cNvGrpSpPr/>
          <p:nvPr/>
        </p:nvGrpSpPr>
        <p:grpSpPr>
          <a:xfrm>
            <a:off x="7975172" y="3126102"/>
            <a:ext cx="340186" cy="340168"/>
            <a:chOff x="5053900" y="3804850"/>
            <a:chExt cx="483150" cy="483125"/>
          </a:xfrm>
        </p:grpSpPr>
        <p:sp>
          <p:nvSpPr>
            <p:cNvPr id="8482" name="Google Shape;8482;p6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3" name="Google Shape;8483;p6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4" name="Google Shape;8484;p6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5" name="Google Shape;8485;p6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6" name="Google Shape;8486;p60"/>
          <p:cNvGrpSpPr/>
          <p:nvPr/>
        </p:nvGrpSpPr>
        <p:grpSpPr>
          <a:xfrm>
            <a:off x="6270890" y="3960912"/>
            <a:ext cx="340168" cy="340168"/>
            <a:chOff x="5648375" y="3804850"/>
            <a:chExt cx="483125" cy="483125"/>
          </a:xfrm>
        </p:grpSpPr>
        <p:sp>
          <p:nvSpPr>
            <p:cNvPr id="8487" name="Google Shape;8487;p6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8" name="Google Shape;8488;p6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9" name="Google Shape;8489;p6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0" name="Google Shape;8490;p6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1" name="Google Shape;8491;p60"/>
          <p:cNvGrpSpPr/>
          <p:nvPr/>
        </p:nvGrpSpPr>
        <p:grpSpPr>
          <a:xfrm>
            <a:off x="4560845" y="3973272"/>
            <a:ext cx="280923" cy="315449"/>
            <a:chOff x="6276025" y="3812400"/>
            <a:chExt cx="416800" cy="468025"/>
          </a:xfrm>
        </p:grpSpPr>
        <p:sp>
          <p:nvSpPr>
            <p:cNvPr id="8492" name="Google Shape;8492;p6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3" name="Google Shape;8493;p6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4" name="Google Shape;8494;p6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5" name="Google Shape;8495;p6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6" name="Google Shape;8496;p60"/>
          <p:cNvGrpSpPr/>
          <p:nvPr/>
        </p:nvGrpSpPr>
        <p:grpSpPr>
          <a:xfrm>
            <a:off x="5039779" y="3545089"/>
            <a:ext cx="342615" cy="340186"/>
            <a:chOff x="890400" y="4399350"/>
            <a:chExt cx="486600" cy="483150"/>
          </a:xfrm>
        </p:grpSpPr>
        <p:sp>
          <p:nvSpPr>
            <p:cNvPr id="8497" name="Google Shape;8497;p6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8" name="Google Shape;8498;p6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9" name="Google Shape;8499;p6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0" name="Google Shape;8500;p60"/>
          <p:cNvGrpSpPr/>
          <p:nvPr/>
        </p:nvGrpSpPr>
        <p:grpSpPr>
          <a:xfrm>
            <a:off x="5474075" y="3560368"/>
            <a:ext cx="340168" cy="309628"/>
            <a:chOff x="1487200" y="4421025"/>
            <a:chExt cx="483125" cy="439750"/>
          </a:xfrm>
        </p:grpSpPr>
        <p:sp>
          <p:nvSpPr>
            <p:cNvPr id="8501" name="Google Shape;8501;p6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2" name="Google Shape;8502;p6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3" name="Google Shape;8503;p6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4" name="Google Shape;8504;p6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5" name="Google Shape;8505;p60"/>
          <p:cNvGrpSpPr/>
          <p:nvPr/>
        </p:nvGrpSpPr>
        <p:grpSpPr>
          <a:xfrm>
            <a:off x="5878353" y="3545107"/>
            <a:ext cx="344903" cy="340151"/>
            <a:chOff x="2079300" y="4399325"/>
            <a:chExt cx="489850" cy="483100"/>
          </a:xfrm>
        </p:grpSpPr>
        <p:sp>
          <p:nvSpPr>
            <p:cNvPr id="8506" name="Google Shape;8506;p6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7" name="Google Shape;8507;p6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08" name="Google Shape;8508;p60"/>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09" name="Google Shape;8509;p60"/>
          <p:cNvGrpSpPr/>
          <p:nvPr/>
        </p:nvGrpSpPr>
        <p:grpSpPr>
          <a:xfrm>
            <a:off x="6744925" y="3545107"/>
            <a:ext cx="276236" cy="340151"/>
            <a:chOff x="3316000" y="4399325"/>
            <a:chExt cx="392325" cy="483100"/>
          </a:xfrm>
        </p:grpSpPr>
        <p:sp>
          <p:nvSpPr>
            <p:cNvPr id="8510" name="Google Shape;8510;p6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6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2" name="Google Shape;8512;p60"/>
          <p:cNvGrpSpPr/>
          <p:nvPr/>
        </p:nvGrpSpPr>
        <p:grpSpPr>
          <a:xfrm>
            <a:off x="7169665" y="3545089"/>
            <a:ext cx="254022" cy="340186"/>
            <a:chOff x="3926225" y="4399275"/>
            <a:chExt cx="360775" cy="483150"/>
          </a:xfrm>
        </p:grpSpPr>
        <p:sp>
          <p:nvSpPr>
            <p:cNvPr id="8513" name="Google Shape;8513;p6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4" name="Google Shape;8514;p6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15" name="Google Shape;8515;p60"/>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16" name="Google Shape;8516;p60"/>
          <p:cNvGrpSpPr/>
          <p:nvPr/>
        </p:nvGrpSpPr>
        <p:grpSpPr>
          <a:xfrm>
            <a:off x="7975224" y="3545151"/>
            <a:ext cx="340080" cy="340063"/>
            <a:chOff x="5053975" y="4399375"/>
            <a:chExt cx="483000" cy="482975"/>
          </a:xfrm>
        </p:grpSpPr>
        <p:sp>
          <p:nvSpPr>
            <p:cNvPr id="8517" name="Google Shape;8517;p6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8" name="Google Shape;8518;p6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9" name="Google Shape;8519;p6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0" name="Google Shape;8520;p60"/>
          <p:cNvGrpSpPr/>
          <p:nvPr/>
        </p:nvGrpSpPr>
        <p:grpSpPr>
          <a:xfrm>
            <a:off x="6715417" y="3960912"/>
            <a:ext cx="340168" cy="340168"/>
            <a:chOff x="5648375" y="4399300"/>
            <a:chExt cx="483125" cy="483125"/>
          </a:xfrm>
        </p:grpSpPr>
        <p:sp>
          <p:nvSpPr>
            <p:cNvPr id="8521" name="Google Shape;8521;p6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2" name="Google Shape;8522;p6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3" name="Google Shape;8523;p60"/>
          <p:cNvGrpSpPr/>
          <p:nvPr/>
        </p:nvGrpSpPr>
        <p:grpSpPr>
          <a:xfrm>
            <a:off x="4946140" y="3979624"/>
            <a:ext cx="330007" cy="302744"/>
            <a:chOff x="6239575" y="4416275"/>
            <a:chExt cx="489625" cy="449175"/>
          </a:xfrm>
        </p:grpSpPr>
        <p:sp>
          <p:nvSpPr>
            <p:cNvPr id="8524" name="Google Shape;8524;p6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5" name="Google Shape;8525;p6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6" name="Google Shape;8526;p6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7" name="Google Shape;8527;p60"/>
          <p:cNvGrpSpPr/>
          <p:nvPr/>
        </p:nvGrpSpPr>
        <p:grpSpPr>
          <a:xfrm>
            <a:off x="2049419" y="3976879"/>
            <a:ext cx="308234" cy="308234"/>
            <a:chOff x="892750" y="4993750"/>
            <a:chExt cx="483125" cy="483125"/>
          </a:xfrm>
        </p:grpSpPr>
        <p:sp>
          <p:nvSpPr>
            <p:cNvPr id="8528" name="Google Shape;8528;p6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9" name="Google Shape;8529;p6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0" name="Google Shape;8530;p6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1" name="Google Shape;8531;p60"/>
          <p:cNvGrpSpPr/>
          <p:nvPr/>
        </p:nvGrpSpPr>
        <p:grpSpPr>
          <a:xfrm>
            <a:off x="853427" y="3984006"/>
            <a:ext cx="293982" cy="293982"/>
            <a:chOff x="2676100" y="4993750"/>
            <a:chExt cx="483125" cy="483125"/>
          </a:xfrm>
        </p:grpSpPr>
        <p:sp>
          <p:nvSpPr>
            <p:cNvPr id="8532" name="Google Shape;8532;p6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3" name="Google Shape;8533;p6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4" name="Google Shape;8534;p6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5" name="Google Shape;8535;p60"/>
          <p:cNvGrpSpPr/>
          <p:nvPr/>
        </p:nvGrpSpPr>
        <p:grpSpPr>
          <a:xfrm>
            <a:off x="3287244" y="3976879"/>
            <a:ext cx="308234" cy="308234"/>
            <a:chOff x="3270550" y="4993750"/>
            <a:chExt cx="483125" cy="483125"/>
          </a:xfrm>
        </p:grpSpPr>
        <p:sp>
          <p:nvSpPr>
            <p:cNvPr id="8536" name="Google Shape;8536;p6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7" name="Google Shape;8537;p6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8" name="Google Shape;8538;p6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9" name="Google Shape;8539;p60"/>
          <p:cNvGrpSpPr/>
          <p:nvPr/>
        </p:nvGrpSpPr>
        <p:grpSpPr>
          <a:xfrm>
            <a:off x="1271279" y="3983960"/>
            <a:ext cx="293997" cy="294073"/>
            <a:chOff x="4459450" y="4993700"/>
            <a:chExt cx="483150" cy="483275"/>
          </a:xfrm>
        </p:grpSpPr>
        <p:sp>
          <p:nvSpPr>
            <p:cNvPr id="8540" name="Google Shape;8540;p6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1" name="Google Shape;8541;p6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2" name="Google Shape;8542;p60"/>
          <p:cNvGrpSpPr/>
          <p:nvPr/>
        </p:nvGrpSpPr>
        <p:grpSpPr>
          <a:xfrm>
            <a:off x="2462028" y="3976879"/>
            <a:ext cx="308234" cy="308234"/>
            <a:chOff x="1487200" y="4993750"/>
            <a:chExt cx="483125" cy="483125"/>
          </a:xfrm>
        </p:grpSpPr>
        <p:sp>
          <p:nvSpPr>
            <p:cNvPr id="8543" name="Google Shape;8543;p6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4" name="Google Shape;8544;p6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5" name="Google Shape;8545;p60"/>
          <p:cNvGrpSpPr/>
          <p:nvPr/>
        </p:nvGrpSpPr>
        <p:grpSpPr>
          <a:xfrm>
            <a:off x="2874638" y="3976879"/>
            <a:ext cx="308234" cy="308234"/>
            <a:chOff x="2081650" y="4993750"/>
            <a:chExt cx="483125" cy="483125"/>
          </a:xfrm>
        </p:grpSpPr>
        <p:sp>
          <p:nvSpPr>
            <p:cNvPr id="8546" name="Google Shape;8546;p6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7" name="Google Shape;8547;p6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8" name="Google Shape;8548;p60"/>
          <p:cNvGrpSpPr/>
          <p:nvPr/>
        </p:nvGrpSpPr>
        <p:grpSpPr>
          <a:xfrm>
            <a:off x="1651280" y="3983960"/>
            <a:ext cx="293997" cy="294073"/>
            <a:chOff x="5053900" y="4993700"/>
            <a:chExt cx="483150" cy="483275"/>
          </a:xfrm>
        </p:grpSpPr>
        <p:sp>
          <p:nvSpPr>
            <p:cNvPr id="8549" name="Google Shape;8549;p6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0" name="Google Shape;8550;p6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51" name="Google Shape;8551;p6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552" name="Google Shape;8552;p60"/>
          <p:cNvGrpSpPr/>
          <p:nvPr/>
        </p:nvGrpSpPr>
        <p:grpSpPr>
          <a:xfrm>
            <a:off x="7159962" y="3960299"/>
            <a:ext cx="195401" cy="341395"/>
            <a:chOff x="1426400" y="1814750"/>
            <a:chExt cx="407850" cy="712575"/>
          </a:xfrm>
        </p:grpSpPr>
        <p:sp>
          <p:nvSpPr>
            <p:cNvPr id="8553" name="Google Shape;8553;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60"/>
          <p:cNvGrpSpPr/>
          <p:nvPr/>
        </p:nvGrpSpPr>
        <p:grpSpPr>
          <a:xfrm>
            <a:off x="7494377" y="3991261"/>
            <a:ext cx="279423" cy="279471"/>
            <a:chOff x="1910075" y="2021700"/>
            <a:chExt cx="583225" cy="583325"/>
          </a:xfrm>
        </p:grpSpPr>
        <p:sp>
          <p:nvSpPr>
            <p:cNvPr id="8557" name="Google Shape;8557;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0"/>
          <p:cNvGrpSpPr/>
          <p:nvPr/>
        </p:nvGrpSpPr>
        <p:grpSpPr>
          <a:xfrm>
            <a:off x="7912814" y="4026678"/>
            <a:ext cx="392874" cy="208636"/>
            <a:chOff x="2749275" y="2099575"/>
            <a:chExt cx="820025" cy="435475"/>
          </a:xfrm>
        </p:grpSpPr>
        <p:sp>
          <p:nvSpPr>
            <p:cNvPr id="8561" name="Google Shape;8561;p60"/>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68" name="Shape 8568"/>
        <p:cNvGrpSpPr/>
        <p:nvPr/>
      </p:nvGrpSpPr>
      <p:grpSpPr>
        <a:xfrm>
          <a:off x="0" y="0"/>
          <a:ext cx="0" cy="0"/>
          <a:chOff x="0" y="0"/>
          <a:chExt cx="0" cy="0"/>
        </a:xfrm>
      </p:grpSpPr>
      <p:sp>
        <p:nvSpPr>
          <p:cNvPr id="8569" name="Google Shape;8569;p61"/>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1"/>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1"/>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2" name="Google Shape;8572;p61"/>
          <p:cNvGrpSpPr/>
          <p:nvPr/>
        </p:nvGrpSpPr>
        <p:grpSpPr>
          <a:xfrm>
            <a:off x="2987728" y="1340982"/>
            <a:ext cx="371882" cy="373766"/>
            <a:chOff x="-41270450" y="1973375"/>
            <a:chExt cx="315850" cy="317450"/>
          </a:xfrm>
        </p:grpSpPr>
        <p:sp>
          <p:nvSpPr>
            <p:cNvPr id="8573" name="Google Shape;8573;p6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1"/>
          <p:cNvGrpSpPr/>
          <p:nvPr/>
        </p:nvGrpSpPr>
        <p:grpSpPr>
          <a:xfrm>
            <a:off x="3005407" y="1787939"/>
            <a:ext cx="395871" cy="372088"/>
            <a:chOff x="-41291625" y="2339025"/>
            <a:chExt cx="336225" cy="316025"/>
          </a:xfrm>
        </p:grpSpPr>
        <p:sp>
          <p:nvSpPr>
            <p:cNvPr id="8578" name="Google Shape;8578;p6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1"/>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0" name="Google Shape;8580;p61"/>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1"/>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1"/>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1"/>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1"/>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1"/>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61"/>
          <p:cNvGrpSpPr/>
          <p:nvPr/>
        </p:nvGrpSpPr>
        <p:grpSpPr>
          <a:xfrm>
            <a:off x="1229534" y="1312990"/>
            <a:ext cx="396931" cy="373147"/>
            <a:chOff x="-42804750" y="1949600"/>
            <a:chExt cx="337125" cy="316925"/>
          </a:xfrm>
        </p:grpSpPr>
        <p:sp>
          <p:nvSpPr>
            <p:cNvPr id="8587" name="Google Shape;8587;p6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1"/>
          <p:cNvGrpSpPr/>
          <p:nvPr/>
        </p:nvGrpSpPr>
        <p:grpSpPr>
          <a:xfrm>
            <a:off x="1292211" y="1765686"/>
            <a:ext cx="335706" cy="364258"/>
            <a:chOff x="-42778750" y="2320125"/>
            <a:chExt cx="285125" cy="309375"/>
          </a:xfrm>
        </p:grpSpPr>
        <p:sp>
          <p:nvSpPr>
            <p:cNvPr id="8591" name="Google Shape;8591;p6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61"/>
          <p:cNvGrpSpPr/>
          <p:nvPr/>
        </p:nvGrpSpPr>
        <p:grpSpPr>
          <a:xfrm>
            <a:off x="1269879" y="2212691"/>
            <a:ext cx="375591" cy="374678"/>
            <a:chOff x="-42796875" y="2680675"/>
            <a:chExt cx="319000" cy="318225"/>
          </a:xfrm>
        </p:grpSpPr>
        <p:sp>
          <p:nvSpPr>
            <p:cNvPr id="8594" name="Google Shape;8594;p6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9" name="Google Shape;8599;p61"/>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1"/>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1"/>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1"/>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3" name="Google Shape;8603;p61"/>
          <p:cNvGrpSpPr/>
          <p:nvPr/>
        </p:nvGrpSpPr>
        <p:grpSpPr>
          <a:xfrm>
            <a:off x="2168150" y="3090966"/>
            <a:ext cx="390426" cy="369586"/>
            <a:chOff x="-39055650" y="2315975"/>
            <a:chExt cx="331600" cy="313900"/>
          </a:xfrm>
        </p:grpSpPr>
        <p:sp>
          <p:nvSpPr>
            <p:cNvPr id="8604" name="Google Shape;8604;p6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6" name="Google Shape;8606;p61"/>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1"/>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8" name="Google Shape;8608;p61"/>
          <p:cNvGrpSpPr/>
          <p:nvPr/>
        </p:nvGrpSpPr>
        <p:grpSpPr>
          <a:xfrm>
            <a:off x="1659816" y="1313166"/>
            <a:ext cx="380241" cy="371793"/>
            <a:chOff x="-42430625" y="1949750"/>
            <a:chExt cx="322950" cy="315775"/>
          </a:xfrm>
        </p:grpSpPr>
        <p:sp>
          <p:nvSpPr>
            <p:cNvPr id="8609" name="Google Shape;8609;p6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61"/>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1"/>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1"/>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1"/>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1"/>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1"/>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9" name="Google Shape;8619;p61"/>
          <p:cNvGrpSpPr/>
          <p:nvPr/>
        </p:nvGrpSpPr>
        <p:grpSpPr>
          <a:xfrm>
            <a:off x="2623344" y="3089112"/>
            <a:ext cx="372824" cy="372058"/>
            <a:chOff x="-38686275" y="2314400"/>
            <a:chExt cx="316650" cy="316000"/>
          </a:xfrm>
        </p:grpSpPr>
        <p:sp>
          <p:nvSpPr>
            <p:cNvPr id="8620" name="Google Shape;8620;p6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1"/>
          <p:cNvGrpSpPr/>
          <p:nvPr/>
        </p:nvGrpSpPr>
        <p:grpSpPr>
          <a:xfrm>
            <a:off x="2621946" y="3581152"/>
            <a:ext cx="375620" cy="373736"/>
            <a:chOff x="-38686275" y="2682250"/>
            <a:chExt cx="319025" cy="317425"/>
          </a:xfrm>
        </p:grpSpPr>
        <p:sp>
          <p:nvSpPr>
            <p:cNvPr id="8623" name="Google Shape;8623;p6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1"/>
          <p:cNvGrpSpPr/>
          <p:nvPr/>
        </p:nvGrpSpPr>
        <p:grpSpPr>
          <a:xfrm>
            <a:off x="3940328" y="3579695"/>
            <a:ext cx="391368" cy="376650"/>
            <a:chOff x="-37534750" y="2668075"/>
            <a:chExt cx="332400" cy="319900"/>
          </a:xfrm>
        </p:grpSpPr>
        <p:sp>
          <p:nvSpPr>
            <p:cNvPr id="8626" name="Google Shape;8626;p6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8" name="Google Shape;8628;p61"/>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61"/>
          <p:cNvGrpSpPr/>
          <p:nvPr/>
        </p:nvGrpSpPr>
        <p:grpSpPr>
          <a:xfrm>
            <a:off x="2131694" y="1760829"/>
            <a:ext cx="375591" cy="374060"/>
            <a:chOff x="-42062025" y="2316000"/>
            <a:chExt cx="319000" cy="317700"/>
          </a:xfrm>
        </p:grpSpPr>
        <p:sp>
          <p:nvSpPr>
            <p:cNvPr id="8630" name="Google Shape;8630;p6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2" name="Google Shape;8632;p61"/>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3" name="Google Shape;8633;p61"/>
          <p:cNvGrpSpPr/>
          <p:nvPr/>
        </p:nvGrpSpPr>
        <p:grpSpPr>
          <a:xfrm>
            <a:off x="876569" y="2671933"/>
            <a:ext cx="330143" cy="368173"/>
            <a:chOff x="-40150450" y="1977325"/>
            <a:chExt cx="280400" cy="312700"/>
          </a:xfrm>
        </p:grpSpPr>
        <p:sp>
          <p:nvSpPr>
            <p:cNvPr id="8634" name="Google Shape;8634;p61"/>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1"/>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1"/>
          <p:cNvGrpSpPr/>
          <p:nvPr/>
        </p:nvGrpSpPr>
        <p:grpSpPr>
          <a:xfrm>
            <a:off x="870534" y="3131151"/>
            <a:ext cx="342211" cy="372824"/>
            <a:chOff x="-40160700" y="2339625"/>
            <a:chExt cx="290650" cy="316650"/>
          </a:xfrm>
        </p:grpSpPr>
        <p:sp>
          <p:nvSpPr>
            <p:cNvPr id="8639" name="Google Shape;8639;p6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1"/>
          <p:cNvGrpSpPr/>
          <p:nvPr/>
        </p:nvGrpSpPr>
        <p:grpSpPr>
          <a:xfrm>
            <a:off x="852359" y="3581608"/>
            <a:ext cx="375591" cy="372824"/>
            <a:chOff x="-40171725" y="2705875"/>
            <a:chExt cx="319000" cy="316650"/>
          </a:xfrm>
        </p:grpSpPr>
        <p:sp>
          <p:nvSpPr>
            <p:cNvPr id="8644" name="Google Shape;8644;p6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1"/>
          <p:cNvGrpSpPr/>
          <p:nvPr/>
        </p:nvGrpSpPr>
        <p:grpSpPr>
          <a:xfrm>
            <a:off x="3109957" y="2656064"/>
            <a:ext cx="272686" cy="373766"/>
            <a:chOff x="-38275925" y="1946600"/>
            <a:chExt cx="231600" cy="317450"/>
          </a:xfrm>
        </p:grpSpPr>
        <p:sp>
          <p:nvSpPr>
            <p:cNvPr id="8647" name="Google Shape;8647;p6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9" name="Google Shape;8649;p61"/>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1"/>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1" name="Google Shape;8651;p61"/>
          <p:cNvGrpSpPr/>
          <p:nvPr/>
        </p:nvGrpSpPr>
        <p:grpSpPr>
          <a:xfrm>
            <a:off x="2173841" y="4053505"/>
            <a:ext cx="382096" cy="371911"/>
            <a:chOff x="-37190575" y="1951325"/>
            <a:chExt cx="324525" cy="315875"/>
          </a:xfrm>
        </p:grpSpPr>
        <p:sp>
          <p:nvSpPr>
            <p:cNvPr id="8652" name="Google Shape;8652;p6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7" name="Google Shape;8657;p61"/>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8" name="Google Shape;8658;p61"/>
          <p:cNvGrpSpPr/>
          <p:nvPr/>
        </p:nvGrpSpPr>
        <p:grpSpPr>
          <a:xfrm>
            <a:off x="2574144" y="1839656"/>
            <a:ext cx="373736" cy="293055"/>
            <a:chOff x="-41694200" y="2382950"/>
            <a:chExt cx="317425" cy="248900"/>
          </a:xfrm>
        </p:grpSpPr>
        <p:sp>
          <p:nvSpPr>
            <p:cNvPr id="8659" name="Google Shape;8659;p6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1"/>
          <p:cNvGrpSpPr/>
          <p:nvPr/>
        </p:nvGrpSpPr>
        <p:grpSpPr>
          <a:xfrm>
            <a:off x="2570967" y="2192964"/>
            <a:ext cx="375591" cy="373766"/>
            <a:chOff x="-41695775" y="2683025"/>
            <a:chExt cx="319000" cy="317450"/>
          </a:xfrm>
        </p:grpSpPr>
        <p:sp>
          <p:nvSpPr>
            <p:cNvPr id="8662" name="Google Shape;8662;p6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1"/>
          <p:cNvGrpSpPr/>
          <p:nvPr/>
        </p:nvGrpSpPr>
        <p:grpSpPr>
          <a:xfrm>
            <a:off x="1313266" y="2685734"/>
            <a:ext cx="342211" cy="375620"/>
            <a:chOff x="-39792875" y="1971800"/>
            <a:chExt cx="290650" cy="319025"/>
          </a:xfrm>
        </p:grpSpPr>
        <p:sp>
          <p:nvSpPr>
            <p:cNvPr id="8666" name="Google Shape;8666;p6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8" name="Google Shape;8668;p61"/>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61"/>
          <p:cNvGrpSpPr/>
          <p:nvPr/>
        </p:nvGrpSpPr>
        <p:grpSpPr>
          <a:xfrm>
            <a:off x="3490328" y="2657918"/>
            <a:ext cx="383950" cy="372618"/>
            <a:chOff x="-37956150" y="1948175"/>
            <a:chExt cx="326100" cy="316475"/>
          </a:xfrm>
        </p:grpSpPr>
        <p:sp>
          <p:nvSpPr>
            <p:cNvPr id="8670" name="Google Shape;8670;p6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1"/>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1"/>
          <p:cNvGrpSpPr/>
          <p:nvPr/>
        </p:nvGrpSpPr>
        <p:grpSpPr>
          <a:xfrm>
            <a:off x="1323705" y="3133960"/>
            <a:ext cx="324609" cy="374825"/>
            <a:chOff x="-39783425" y="2337925"/>
            <a:chExt cx="275700" cy="318350"/>
          </a:xfrm>
        </p:grpSpPr>
        <p:sp>
          <p:nvSpPr>
            <p:cNvPr id="8674" name="Google Shape;8674;p6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1"/>
          <p:cNvGrpSpPr/>
          <p:nvPr/>
        </p:nvGrpSpPr>
        <p:grpSpPr>
          <a:xfrm>
            <a:off x="3497847" y="3165172"/>
            <a:ext cx="375620" cy="243015"/>
            <a:chOff x="-37953000" y="2379000"/>
            <a:chExt cx="319025" cy="206400"/>
          </a:xfrm>
        </p:grpSpPr>
        <p:sp>
          <p:nvSpPr>
            <p:cNvPr id="8677" name="Google Shape;8677;p6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2" name="Google Shape;8682;p61"/>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1"/>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1"/>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685" name="Google Shape;8685;p61"/>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686" name="Google Shape;8686;p61"/>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7" name="Google Shape;8687;p61"/>
          <p:cNvGrpSpPr/>
          <p:nvPr/>
        </p:nvGrpSpPr>
        <p:grpSpPr>
          <a:xfrm>
            <a:off x="4855594" y="1782519"/>
            <a:ext cx="354107" cy="355063"/>
            <a:chOff x="-28467625" y="2331750"/>
            <a:chExt cx="296150" cy="296950"/>
          </a:xfrm>
        </p:grpSpPr>
        <p:sp>
          <p:nvSpPr>
            <p:cNvPr id="8688" name="Google Shape;8688;p6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1"/>
          <p:cNvGrpSpPr/>
          <p:nvPr/>
        </p:nvGrpSpPr>
        <p:grpSpPr>
          <a:xfrm>
            <a:off x="4869719" y="2225601"/>
            <a:ext cx="325858" cy="351327"/>
            <a:chOff x="-28461325" y="2701925"/>
            <a:chExt cx="272525" cy="293825"/>
          </a:xfrm>
        </p:grpSpPr>
        <p:sp>
          <p:nvSpPr>
            <p:cNvPr id="8691" name="Google Shape;8691;p6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1"/>
          <p:cNvGrpSpPr/>
          <p:nvPr/>
        </p:nvGrpSpPr>
        <p:grpSpPr>
          <a:xfrm>
            <a:off x="7093910" y="1399238"/>
            <a:ext cx="354107" cy="226974"/>
            <a:chOff x="-26585200" y="2025375"/>
            <a:chExt cx="296150" cy="189825"/>
          </a:xfrm>
        </p:grpSpPr>
        <p:sp>
          <p:nvSpPr>
            <p:cNvPr id="8695" name="Google Shape;8695;p6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1"/>
          <p:cNvGrpSpPr/>
          <p:nvPr/>
        </p:nvGrpSpPr>
        <p:grpSpPr>
          <a:xfrm>
            <a:off x="7094373" y="1783461"/>
            <a:ext cx="353180" cy="353180"/>
            <a:chOff x="-26584425" y="2340425"/>
            <a:chExt cx="295375" cy="295375"/>
          </a:xfrm>
        </p:grpSpPr>
        <p:sp>
          <p:nvSpPr>
            <p:cNvPr id="8701" name="Google Shape;8701;p6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61"/>
          <p:cNvGrpSpPr/>
          <p:nvPr/>
        </p:nvGrpSpPr>
        <p:grpSpPr>
          <a:xfrm>
            <a:off x="7089202" y="2224555"/>
            <a:ext cx="363523" cy="353419"/>
            <a:chOff x="-26585200" y="2710400"/>
            <a:chExt cx="304025" cy="295575"/>
          </a:xfrm>
        </p:grpSpPr>
        <p:sp>
          <p:nvSpPr>
            <p:cNvPr id="8707" name="Google Shape;8707;p6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61"/>
          <p:cNvGrpSpPr/>
          <p:nvPr/>
        </p:nvGrpSpPr>
        <p:grpSpPr>
          <a:xfrm>
            <a:off x="5744337" y="2666033"/>
            <a:ext cx="354136" cy="353210"/>
            <a:chOff x="-24709875" y="1970225"/>
            <a:chExt cx="296175" cy="295400"/>
          </a:xfrm>
        </p:grpSpPr>
        <p:sp>
          <p:nvSpPr>
            <p:cNvPr id="8720" name="Google Shape;8720;p6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1"/>
          <p:cNvGrpSpPr/>
          <p:nvPr/>
        </p:nvGrpSpPr>
        <p:grpSpPr>
          <a:xfrm>
            <a:off x="5776352" y="3112911"/>
            <a:ext cx="290107" cy="354107"/>
            <a:chOff x="-24683100" y="2340425"/>
            <a:chExt cx="242625" cy="296150"/>
          </a:xfrm>
        </p:grpSpPr>
        <p:sp>
          <p:nvSpPr>
            <p:cNvPr id="8723" name="Google Shape;8723;p6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61"/>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8" name="Google Shape;8728;p61"/>
          <p:cNvGrpSpPr/>
          <p:nvPr/>
        </p:nvGrpSpPr>
        <p:grpSpPr>
          <a:xfrm>
            <a:off x="7982594" y="2666033"/>
            <a:ext cx="360713" cy="353210"/>
            <a:chOff x="-22881800" y="1971800"/>
            <a:chExt cx="301675" cy="295400"/>
          </a:xfrm>
        </p:grpSpPr>
        <p:sp>
          <p:nvSpPr>
            <p:cNvPr id="8729" name="Google Shape;8729;p6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5" name="Google Shape;8735;p61"/>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1"/>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7" name="Google Shape;8737;p61"/>
          <p:cNvGrpSpPr/>
          <p:nvPr/>
        </p:nvGrpSpPr>
        <p:grpSpPr>
          <a:xfrm>
            <a:off x="5358939" y="2224196"/>
            <a:ext cx="227930" cy="354136"/>
            <a:chOff x="-28043900" y="2701925"/>
            <a:chExt cx="190625" cy="296175"/>
          </a:xfrm>
        </p:grpSpPr>
        <p:sp>
          <p:nvSpPr>
            <p:cNvPr id="8738" name="Google Shape;8738;p6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1"/>
          <p:cNvGrpSpPr/>
          <p:nvPr/>
        </p:nvGrpSpPr>
        <p:grpSpPr>
          <a:xfrm>
            <a:off x="7531805" y="1336135"/>
            <a:ext cx="354136" cy="353180"/>
            <a:chOff x="-26215025" y="1971025"/>
            <a:chExt cx="296175" cy="295375"/>
          </a:xfrm>
        </p:grpSpPr>
        <p:sp>
          <p:nvSpPr>
            <p:cNvPr id="8744" name="Google Shape;8744;p6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1"/>
          <p:cNvGrpSpPr/>
          <p:nvPr/>
        </p:nvGrpSpPr>
        <p:grpSpPr>
          <a:xfrm>
            <a:off x="7531327" y="1783924"/>
            <a:ext cx="355093" cy="352253"/>
            <a:chOff x="-26215825" y="2341200"/>
            <a:chExt cx="296975" cy="294600"/>
          </a:xfrm>
        </p:grpSpPr>
        <p:sp>
          <p:nvSpPr>
            <p:cNvPr id="8753" name="Google Shape;8753;p6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1"/>
          <p:cNvGrpSpPr/>
          <p:nvPr/>
        </p:nvGrpSpPr>
        <p:grpSpPr>
          <a:xfrm>
            <a:off x="7563357" y="2224674"/>
            <a:ext cx="291033" cy="353180"/>
            <a:chOff x="-26179575" y="2710600"/>
            <a:chExt cx="243400" cy="295375"/>
          </a:xfrm>
        </p:grpSpPr>
        <p:sp>
          <p:nvSpPr>
            <p:cNvPr id="8756" name="Google Shape;8756;p6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1"/>
          <p:cNvGrpSpPr/>
          <p:nvPr/>
        </p:nvGrpSpPr>
        <p:grpSpPr>
          <a:xfrm>
            <a:off x="6202417" y="2666048"/>
            <a:ext cx="337187" cy="353180"/>
            <a:chOff x="-24328675" y="1971025"/>
            <a:chExt cx="282000" cy="295375"/>
          </a:xfrm>
        </p:grpSpPr>
        <p:sp>
          <p:nvSpPr>
            <p:cNvPr id="8760" name="Google Shape;8760;p6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61"/>
          <p:cNvGrpSpPr/>
          <p:nvPr/>
        </p:nvGrpSpPr>
        <p:grpSpPr>
          <a:xfrm>
            <a:off x="6204778" y="3113374"/>
            <a:ext cx="332464" cy="353180"/>
            <a:chOff x="-24330250" y="2340425"/>
            <a:chExt cx="278050" cy="295375"/>
          </a:xfrm>
        </p:grpSpPr>
        <p:sp>
          <p:nvSpPr>
            <p:cNvPr id="8763" name="Google Shape;8763;p6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1"/>
          <p:cNvGrpSpPr/>
          <p:nvPr/>
        </p:nvGrpSpPr>
        <p:grpSpPr>
          <a:xfrm>
            <a:off x="6194420" y="3554587"/>
            <a:ext cx="353180" cy="353180"/>
            <a:chOff x="-24338900" y="2710600"/>
            <a:chExt cx="295375" cy="295375"/>
          </a:xfrm>
        </p:grpSpPr>
        <p:sp>
          <p:nvSpPr>
            <p:cNvPr id="8771" name="Google Shape;8771;p6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1"/>
          <p:cNvGrpSpPr/>
          <p:nvPr/>
        </p:nvGrpSpPr>
        <p:grpSpPr>
          <a:xfrm>
            <a:off x="7985419" y="3113972"/>
            <a:ext cx="355063" cy="351984"/>
            <a:chOff x="-22859750" y="2335900"/>
            <a:chExt cx="296950" cy="294375"/>
          </a:xfrm>
        </p:grpSpPr>
        <p:sp>
          <p:nvSpPr>
            <p:cNvPr id="8774" name="Google Shape;8774;p6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1"/>
          <p:cNvGrpSpPr/>
          <p:nvPr/>
        </p:nvGrpSpPr>
        <p:grpSpPr>
          <a:xfrm>
            <a:off x="5764767" y="1336120"/>
            <a:ext cx="311749" cy="353210"/>
            <a:chOff x="-27710725" y="1959200"/>
            <a:chExt cx="260725" cy="295400"/>
          </a:xfrm>
        </p:grpSpPr>
        <p:sp>
          <p:nvSpPr>
            <p:cNvPr id="8778" name="Google Shape;8778;p6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1"/>
          <p:cNvGrpSpPr/>
          <p:nvPr/>
        </p:nvGrpSpPr>
        <p:grpSpPr>
          <a:xfrm>
            <a:off x="5742631" y="1844666"/>
            <a:ext cx="356020" cy="230770"/>
            <a:chOff x="-27728850" y="2382950"/>
            <a:chExt cx="297750" cy="193000"/>
          </a:xfrm>
        </p:grpSpPr>
        <p:sp>
          <p:nvSpPr>
            <p:cNvPr id="8781" name="Google Shape;8781;p6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61"/>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6" name="Google Shape;8786;p61"/>
          <p:cNvGrpSpPr/>
          <p:nvPr/>
        </p:nvGrpSpPr>
        <p:grpSpPr>
          <a:xfrm>
            <a:off x="7973975" y="1792877"/>
            <a:ext cx="354136" cy="334348"/>
            <a:chOff x="-25844850" y="2357750"/>
            <a:chExt cx="296175" cy="279625"/>
          </a:xfrm>
        </p:grpSpPr>
        <p:sp>
          <p:nvSpPr>
            <p:cNvPr id="8787" name="Google Shape;8787;p6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3" name="Google Shape;8793;p61"/>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4" name="Google Shape;8794;p61"/>
          <p:cNvGrpSpPr/>
          <p:nvPr/>
        </p:nvGrpSpPr>
        <p:grpSpPr>
          <a:xfrm>
            <a:off x="6702883" y="2666033"/>
            <a:ext cx="228887" cy="353210"/>
            <a:chOff x="-23917525" y="1970225"/>
            <a:chExt cx="191425" cy="295400"/>
          </a:xfrm>
        </p:grpSpPr>
        <p:sp>
          <p:nvSpPr>
            <p:cNvPr id="8795" name="Google Shape;8795;p6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1"/>
          <p:cNvGrpSpPr/>
          <p:nvPr/>
        </p:nvGrpSpPr>
        <p:grpSpPr>
          <a:xfrm>
            <a:off x="6658164" y="3112911"/>
            <a:ext cx="318325" cy="354107"/>
            <a:chOff x="-23952175" y="2340425"/>
            <a:chExt cx="266225" cy="296150"/>
          </a:xfrm>
        </p:grpSpPr>
        <p:sp>
          <p:nvSpPr>
            <p:cNvPr id="8799" name="Google Shape;8799;p6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1" name="Google Shape;8801;p61"/>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2" name="Google Shape;8802;p61"/>
          <p:cNvGrpSpPr/>
          <p:nvPr/>
        </p:nvGrpSpPr>
        <p:grpSpPr>
          <a:xfrm>
            <a:off x="8043336" y="3553167"/>
            <a:ext cx="239230" cy="356020"/>
            <a:chOff x="-22811700" y="2700350"/>
            <a:chExt cx="200075" cy="297750"/>
          </a:xfrm>
        </p:grpSpPr>
        <p:sp>
          <p:nvSpPr>
            <p:cNvPr id="8803" name="Google Shape;8803;p6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1"/>
          <p:cNvGrpSpPr/>
          <p:nvPr/>
        </p:nvGrpSpPr>
        <p:grpSpPr>
          <a:xfrm>
            <a:off x="6191787" y="1335656"/>
            <a:ext cx="355063" cy="354136"/>
            <a:chOff x="-27358650" y="1961575"/>
            <a:chExt cx="296950" cy="296175"/>
          </a:xfrm>
        </p:grpSpPr>
        <p:sp>
          <p:nvSpPr>
            <p:cNvPr id="8807" name="Google Shape;8807;p6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61"/>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61"/>
          <p:cNvGrpSpPr/>
          <p:nvPr/>
        </p:nvGrpSpPr>
        <p:grpSpPr>
          <a:xfrm>
            <a:off x="7090357" y="2666048"/>
            <a:ext cx="354136" cy="353180"/>
            <a:chOff x="-23599325" y="1971025"/>
            <a:chExt cx="296175" cy="295375"/>
          </a:xfrm>
        </p:grpSpPr>
        <p:sp>
          <p:nvSpPr>
            <p:cNvPr id="8812" name="Google Shape;8812;p6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4" name="Google Shape;8814;p61"/>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1"/>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7" name="Google Shape;8817;p61"/>
          <p:cNvGrpSpPr/>
          <p:nvPr/>
        </p:nvGrpSpPr>
        <p:grpSpPr>
          <a:xfrm>
            <a:off x="6634801" y="1335776"/>
            <a:ext cx="360713" cy="353897"/>
            <a:chOff x="-26993200" y="1961775"/>
            <a:chExt cx="301675" cy="295975"/>
          </a:xfrm>
        </p:grpSpPr>
        <p:sp>
          <p:nvSpPr>
            <p:cNvPr id="8818" name="Google Shape;8818;p6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61"/>
          <p:cNvGrpSpPr/>
          <p:nvPr/>
        </p:nvGrpSpPr>
        <p:grpSpPr>
          <a:xfrm>
            <a:off x="6659761" y="1783461"/>
            <a:ext cx="310792" cy="353180"/>
            <a:chOff x="-26970350" y="2332550"/>
            <a:chExt cx="259925" cy="295375"/>
          </a:xfrm>
        </p:grpSpPr>
        <p:sp>
          <p:nvSpPr>
            <p:cNvPr id="8822" name="Google Shape;8822;p6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61"/>
          <p:cNvGrpSpPr/>
          <p:nvPr/>
        </p:nvGrpSpPr>
        <p:grpSpPr>
          <a:xfrm>
            <a:off x="6639046" y="2256226"/>
            <a:ext cx="352223" cy="290077"/>
            <a:chOff x="-26986100" y="2735800"/>
            <a:chExt cx="294575" cy="242600"/>
          </a:xfrm>
        </p:grpSpPr>
        <p:sp>
          <p:nvSpPr>
            <p:cNvPr id="8825" name="Google Shape;8825;p6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1"/>
          <p:cNvGrpSpPr/>
          <p:nvPr/>
        </p:nvGrpSpPr>
        <p:grpSpPr>
          <a:xfrm>
            <a:off x="7538093" y="2665569"/>
            <a:ext cx="355063" cy="354136"/>
            <a:chOff x="-23229925" y="1970225"/>
            <a:chExt cx="296950" cy="296175"/>
          </a:xfrm>
        </p:grpSpPr>
        <p:sp>
          <p:nvSpPr>
            <p:cNvPr id="8828" name="Google Shape;8828;p6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1"/>
          <p:cNvGrpSpPr/>
          <p:nvPr/>
        </p:nvGrpSpPr>
        <p:grpSpPr>
          <a:xfrm>
            <a:off x="7580466" y="3112432"/>
            <a:ext cx="270318" cy="355063"/>
            <a:chOff x="-23177950" y="2340425"/>
            <a:chExt cx="226075" cy="296950"/>
          </a:xfrm>
        </p:grpSpPr>
        <p:sp>
          <p:nvSpPr>
            <p:cNvPr id="8833" name="Google Shape;8833;p6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1"/>
          <p:cNvGrpSpPr/>
          <p:nvPr/>
        </p:nvGrpSpPr>
        <p:grpSpPr>
          <a:xfrm>
            <a:off x="7538556" y="3554109"/>
            <a:ext cx="354136" cy="354136"/>
            <a:chOff x="-23229150" y="2710600"/>
            <a:chExt cx="296175" cy="296175"/>
          </a:xfrm>
        </p:grpSpPr>
        <p:sp>
          <p:nvSpPr>
            <p:cNvPr id="8836" name="Google Shape;8836;p6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8" name="Google Shape;8838;p61"/>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61"/>
          <p:cNvGrpSpPr/>
          <p:nvPr/>
        </p:nvGrpSpPr>
        <p:grpSpPr>
          <a:xfrm>
            <a:off x="4855631" y="3123732"/>
            <a:ext cx="356946" cy="332464"/>
            <a:chOff x="-25477800" y="2357750"/>
            <a:chExt cx="298525" cy="278050"/>
          </a:xfrm>
        </p:grpSpPr>
        <p:sp>
          <p:nvSpPr>
            <p:cNvPr id="8841" name="Google Shape;8841;p6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61"/>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1"/>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61"/>
          <p:cNvGrpSpPr/>
          <p:nvPr/>
        </p:nvGrpSpPr>
        <p:grpSpPr>
          <a:xfrm>
            <a:off x="5298265" y="3112911"/>
            <a:ext cx="353180" cy="354107"/>
            <a:chOff x="-25104475" y="2340425"/>
            <a:chExt cx="295375" cy="296150"/>
          </a:xfrm>
        </p:grpSpPr>
        <p:sp>
          <p:nvSpPr>
            <p:cNvPr id="8846" name="Google Shape;8846;p6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5" name="Google Shape;8855;p61"/>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6" name="Google Shape;8856;p61"/>
          <p:cNvGrpSpPr/>
          <p:nvPr/>
        </p:nvGrpSpPr>
        <p:grpSpPr>
          <a:xfrm>
            <a:off x="4855594" y="1782519"/>
            <a:ext cx="354107" cy="355063"/>
            <a:chOff x="-28467625" y="2331750"/>
            <a:chExt cx="296150" cy="296950"/>
          </a:xfrm>
        </p:grpSpPr>
        <p:sp>
          <p:nvSpPr>
            <p:cNvPr id="8857" name="Google Shape;8857;p6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2" name="Shape 8862"/>
        <p:cNvGrpSpPr/>
        <p:nvPr/>
      </p:nvGrpSpPr>
      <p:grpSpPr>
        <a:xfrm>
          <a:off x="0" y="0"/>
          <a:ext cx="0" cy="0"/>
          <a:chOff x="0" y="0"/>
          <a:chExt cx="0" cy="0"/>
        </a:xfrm>
      </p:grpSpPr>
      <p:sp>
        <p:nvSpPr>
          <p:cNvPr id="8863" name="Google Shape;8863;p62"/>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8864" name="Google Shape;8864;p62"/>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8865" name="Google Shape;8865;p62"/>
          <p:cNvGrpSpPr/>
          <p:nvPr/>
        </p:nvGrpSpPr>
        <p:grpSpPr>
          <a:xfrm>
            <a:off x="854368" y="1313920"/>
            <a:ext cx="366269" cy="366240"/>
            <a:chOff x="-65131525" y="1914325"/>
            <a:chExt cx="316650" cy="316625"/>
          </a:xfrm>
        </p:grpSpPr>
        <p:sp>
          <p:nvSpPr>
            <p:cNvPr id="8866" name="Google Shape;8866;p6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2"/>
          <p:cNvGrpSpPr/>
          <p:nvPr/>
        </p:nvGrpSpPr>
        <p:grpSpPr>
          <a:xfrm>
            <a:off x="854368" y="1794207"/>
            <a:ext cx="366269" cy="366269"/>
            <a:chOff x="-65131525" y="2281350"/>
            <a:chExt cx="316650" cy="316650"/>
          </a:xfrm>
        </p:grpSpPr>
        <p:sp>
          <p:nvSpPr>
            <p:cNvPr id="8869" name="Google Shape;8869;p6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2"/>
          <p:cNvGrpSpPr/>
          <p:nvPr/>
        </p:nvGrpSpPr>
        <p:grpSpPr>
          <a:xfrm>
            <a:off x="857564" y="2259206"/>
            <a:ext cx="359878" cy="367165"/>
            <a:chOff x="-65129950" y="2646800"/>
            <a:chExt cx="311125" cy="317425"/>
          </a:xfrm>
        </p:grpSpPr>
        <p:sp>
          <p:nvSpPr>
            <p:cNvPr id="8872" name="Google Shape;8872;p6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2"/>
          <p:cNvGrpSpPr/>
          <p:nvPr/>
        </p:nvGrpSpPr>
        <p:grpSpPr>
          <a:xfrm>
            <a:off x="3060897" y="1312532"/>
            <a:ext cx="368987" cy="369016"/>
            <a:chOff x="-63252250" y="1930850"/>
            <a:chExt cx="319000" cy="319025"/>
          </a:xfrm>
        </p:grpSpPr>
        <p:sp>
          <p:nvSpPr>
            <p:cNvPr id="8875" name="Google Shape;8875;p6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7" name="Google Shape;8877;p62"/>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62"/>
          <p:cNvGrpSpPr/>
          <p:nvPr/>
        </p:nvGrpSpPr>
        <p:grpSpPr>
          <a:xfrm>
            <a:off x="3061808" y="2258743"/>
            <a:ext cx="367165" cy="368091"/>
            <a:chOff x="-63250675" y="2664125"/>
            <a:chExt cx="317425" cy="318225"/>
          </a:xfrm>
        </p:grpSpPr>
        <p:sp>
          <p:nvSpPr>
            <p:cNvPr id="8879" name="Google Shape;8879;p6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2"/>
          <p:cNvGrpSpPr/>
          <p:nvPr/>
        </p:nvGrpSpPr>
        <p:grpSpPr>
          <a:xfrm>
            <a:off x="1738471" y="2735150"/>
            <a:ext cx="363522" cy="361266"/>
            <a:chOff x="-61354075" y="1940500"/>
            <a:chExt cx="314275" cy="312325"/>
          </a:xfrm>
        </p:grpSpPr>
        <p:sp>
          <p:nvSpPr>
            <p:cNvPr id="8882" name="Google Shape;8882;p6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2"/>
          <p:cNvGrpSpPr/>
          <p:nvPr/>
        </p:nvGrpSpPr>
        <p:grpSpPr>
          <a:xfrm>
            <a:off x="1737098" y="3183702"/>
            <a:ext cx="366269" cy="336195"/>
            <a:chOff x="-61354875" y="2322300"/>
            <a:chExt cx="316650" cy="290650"/>
          </a:xfrm>
        </p:grpSpPr>
        <p:sp>
          <p:nvSpPr>
            <p:cNvPr id="8887" name="Google Shape;8887;p6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2"/>
          <p:cNvGrpSpPr/>
          <p:nvPr/>
        </p:nvGrpSpPr>
        <p:grpSpPr>
          <a:xfrm>
            <a:off x="1737098" y="3611266"/>
            <a:ext cx="366269" cy="366269"/>
            <a:chOff x="-61354875" y="2671225"/>
            <a:chExt cx="316650" cy="316650"/>
          </a:xfrm>
        </p:grpSpPr>
        <p:sp>
          <p:nvSpPr>
            <p:cNvPr id="8891" name="Google Shape;8891;p6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2"/>
          <p:cNvGrpSpPr/>
          <p:nvPr/>
        </p:nvGrpSpPr>
        <p:grpSpPr>
          <a:xfrm>
            <a:off x="3952502" y="2731001"/>
            <a:ext cx="368987" cy="369566"/>
            <a:chOff x="-59502375" y="1904375"/>
            <a:chExt cx="319000" cy="319500"/>
          </a:xfrm>
        </p:grpSpPr>
        <p:sp>
          <p:nvSpPr>
            <p:cNvPr id="8897" name="Google Shape;8897;p6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62"/>
          <p:cNvGrpSpPr/>
          <p:nvPr/>
        </p:nvGrpSpPr>
        <p:grpSpPr>
          <a:xfrm>
            <a:off x="1298621" y="1315207"/>
            <a:ext cx="368987" cy="363666"/>
            <a:chOff x="-64774725" y="1916550"/>
            <a:chExt cx="319000" cy="314400"/>
          </a:xfrm>
        </p:grpSpPr>
        <p:sp>
          <p:nvSpPr>
            <p:cNvPr id="8901" name="Google Shape;8901;p6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2"/>
          <p:cNvGrpSpPr/>
          <p:nvPr/>
        </p:nvGrpSpPr>
        <p:grpSpPr>
          <a:xfrm>
            <a:off x="1299979" y="1792386"/>
            <a:ext cx="366269" cy="369913"/>
            <a:chOff x="-64764500" y="2280550"/>
            <a:chExt cx="316650" cy="319800"/>
          </a:xfrm>
        </p:grpSpPr>
        <p:sp>
          <p:nvSpPr>
            <p:cNvPr id="8904" name="Google Shape;8904;p6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6" name="Google Shape;8906;p62"/>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62"/>
          <p:cNvGrpSpPr/>
          <p:nvPr/>
        </p:nvGrpSpPr>
        <p:grpSpPr>
          <a:xfrm>
            <a:off x="3512023" y="1352163"/>
            <a:ext cx="365344" cy="289753"/>
            <a:chOff x="-62882850" y="1999375"/>
            <a:chExt cx="315850" cy="250500"/>
          </a:xfrm>
        </p:grpSpPr>
        <p:sp>
          <p:nvSpPr>
            <p:cNvPr id="8908" name="Google Shape;8908;p6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2"/>
          <p:cNvGrpSpPr/>
          <p:nvPr/>
        </p:nvGrpSpPr>
        <p:grpSpPr>
          <a:xfrm>
            <a:off x="3503362" y="1793745"/>
            <a:ext cx="382665" cy="367194"/>
            <a:chOff x="-62890750" y="2296300"/>
            <a:chExt cx="330825" cy="317450"/>
          </a:xfrm>
        </p:grpSpPr>
        <p:sp>
          <p:nvSpPr>
            <p:cNvPr id="8911" name="Google Shape;8911;p6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2"/>
          <p:cNvGrpSpPr/>
          <p:nvPr/>
        </p:nvGrpSpPr>
        <p:grpSpPr>
          <a:xfrm>
            <a:off x="3512023" y="2259206"/>
            <a:ext cx="365344" cy="367165"/>
            <a:chOff x="-62882850" y="2664925"/>
            <a:chExt cx="315850" cy="317425"/>
          </a:xfrm>
        </p:grpSpPr>
        <p:sp>
          <p:nvSpPr>
            <p:cNvPr id="8915" name="Google Shape;8915;p6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62"/>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8" name="Google Shape;8918;p62"/>
          <p:cNvGrpSpPr/>
          <p:nvPr/>
        </p:nvGrpSpPr>
        <p:grpSpPr>
          <a:xfrm>
            <a:off x="2183172" y="3171846"/>
            <a:ext cx="366269" cy="359907"/>
            <a:chOff x="-60988625" y="2310475"/>
            <a:chExt cx="316650" cy="311150"/>
          </a:xfrm>
        </p:grpSpPr>
        <p:sp>
          <p:nvSpPr>
            <p:cNvPr id="8919" name="Google Shape;8919;p6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2"/>
          <p:cNvGrpSpPr/>
          <p:nvPr/>
        </p:nvGrpSpPr>
        <p:grpSpPr>
          <a:xfrm>
            <a:off x="2183634" y="3610009"/>
            <a:ext cx="365344" cy="368785"/>
            <a:chOff x="-60987050" y="2671400"/>
            <a:chExt cx="315850" cy="318825"/>
          </a:xfrm>
        </p:grpSpPr>
        <p:sp>
          <p:nvSpPr>
            <p:cNvPr id="8926" name="Google Shape;8926;p6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62"/>
          <p:cNvGrpSpPr/>
          <p:nvPr/>
        </p:nvGrpSpPr>
        <p:grpSpPr>
          <a:xfrm>
            <a:off x="3952500" y="3172771"/>
            <a:ext cx="368987" cy="358056"/>
            <a:chOff x="-59481900" y="2290800"/>
            <a:chExt cx="319000" cy="309550"/>
          </a:xfrm>
        </p:grpSpPr>
        <p:sp>
          <p:nvSpPr>
            <p:cNvPr id="8929" name="Google Shape;8929;p6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2"/>
          <p:cNvGrpSpPr/>
          <p:nvPr/>
        </p:nvGrpSpPr>
        <p:grpSpPr>
          <a:xfrm>
            <a:off x="1741805" y="1313544"/>
            <a:ext cx="368987" cy="366992"/>
            <a:chOff x="-64401400" y="1914475"/>
            <a:chExt cx="319000" cy="317275"/>
          </a:xfrm>
        </p:grpSpPr>
        <p:sp>
          <p:nvSpPr>
            <p:cNvPr id="8936" name="Google Shape;8936;p6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2"/>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2"/>
          <p:cNvGrpSpPr/>
          <p:nvPr/>
        </p:nvGrpSpPr>
        <p:grpSpPr>
          <a:xfrm>
            <a:off x="1806493" y="1794583"/>
            <a:ext cx="239610" cy="365517"/>
            <a:chOff x="-64343900" y="2282125"/>
            <a:chExt cx="207150" cy="316000"/>
          </a:xfrm>
        </p:grpSpPr>
        <p:sp>
          <p:nvSpPr>
            <p:cNvPr id="8940" name="Google Shape;8940;p6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62"/>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62"/>
          <p:cNvGrpSpPr/>
          <p:nvPr/>
        </p:nvGrpSpPr>
        <p:grpSpPr>
          <a:xfrm>
            <a:off x="3986941" y="1313804"/>
            <a:ext cx="318873" cy="366471"/>
            <a:chOff x="-62496925" y="1931475"/>
            <a:chExt cx="275675" cy="316825"/>
          </a:xfrm>
        </p:grpSpPr>
        <p:sp>
          <p:nvSpPr>
            <p:cNvPr id="8944" name="Google Shape;8944;p6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2"/>
          <p:cNvGrpSpPr/>
          <p:nvPr/>
        </p:nvGrpSpPr>
        <p:grpSpPr>
          <a:xfrm>
            <a:off x="3963691" y="1793629"/>
            <a:ext cx="365373" cy="367426"/>
            <a:chOff x="-62516625" y="2297875"/>
            <a:chExt cx="315875" cy="317650"/>
          </a:xfrm>
        </p:grpSpPr>
        <p:sp>
          <p:nvSpPr>
            <p:cNvPr id="8947" name="Google Shape;8947;p6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62"/>
          <p:cNvGrpSpPr/>
          <p:nvPr/>
        </p:nvGrpSpPr>
        <p:grpSpPr>
          <a:xfrm>
            <a:off x="3962332" y="2275588"/>
            <a:ext cx="368091" cy="334402"/>
            <a:chOff x="-62518200" y="2692475"/>
            <a:chExt cx="318225" cy="289100"/>
          </a:xfrm>
        </p:grpSpPr>
        <p:sp>
          <p:nvSpPr>
            <p:cNvPr id="8950" name="Google Shape;8950;p6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62"/>
          <p:cNvGrpSpPr/>
          <p:nvPr/>
        </p:nvGrpSpPr>
        <p:grpSpPr>
          <a:xfrm>
            <a:off x="2648986" y="2733112"/>
            <a:ext cx="309793" cy="365344"/>
            <a:chOff x="-60597975" y="1939525"/>
            <a:chExt cx="267825" cy="315850"/>
          </a:xfrm>
        </p:grpSpPr>
        <p:sp>
          <p:nvSpPr>
            <p:cNvPr id="8953" name="Google Shape;8953;p6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2"/>
          <p:cNvGrpSpPr/>
          <p:nvPr/>
        </p:nvGrpSpPr>
        <p:grpSpPr>
          <a:xfrm>
            <a:off x="2619389" y="3167537"/>
            <a:ext cx="368987" cy="368525"/>
            <a:chOff x="-60620800" y="2304600"/>
            <a:chExt cx="319000" cy="318600"/>
          </a:xfrm>
        </p:grpSpPr>
        <p:sp>
          <p:nvSpPr>
            <p:cNvPr id="8956" name="Google Shape;8956;p6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62"/>
          <p:cNvGrpSpPr/>
          <p:nvPr/>
        </p:nvGrpSpPr>
        <p:grpSpPr>
          <a:xfrm>
            <a:off x="2620748" y="3663188"/>
            <a:ext cx="366269" cy="262426"/>
            <a:chOff x="-60621600" y="2716100"/>
            <a:chExt cx="316650" cy="226875"/>
          </a:xfrm>
        </p:grpSpPr>
        <p:sp>
          <p:nvSpPr>
            <p:cNvPr id="8960" name="Google Shape;8960;p6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2"/>
          <p:cNvGrpSpPr/>
          <p:nvPr/>
        </p:nvGrpSpPr>
        <p:grpSpPr>
          <a:xfrm>
            <a:off x="3957965" y="3611281"/>
            <a:ext cx="358056" cy="366240"/>
            <a:chOff x="-59475600" y="2658625"/>
            <a:chExt cx="309550" cy="316625"/>
          </a:xfrm>
        </p:grpSpPr>
        <p:sp>
          <p:nvSpPr>
            <p:cNvPr id="8963" name="Google Shape;8963;p6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62"/>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2"/>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2" name="Google Shape;8972;p62"/>
          <p:cNvGrpSpPr/>
          <p:nvPr/>
        </p:nvGrpSpPr>
        <p:grpSpPr>
          <a:xfrm>
            <a:off x="2233086" y="2259206"/>
            <a:ext cx="263294" cy="367165"/>
            <a:chOff x="-63987100" y="2646800"/>
            <a:chExt cx="227625" cy="317425"/>
          </a:xfrm>
        </p:grpSpPr>
        <p:sp>
          <p:nvSpPr>
            <p:cNvPr id="8973" name="Google Shape;8973;p6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2"/>
          <p:cNvGrpSpPr/>
          <p:nvPr/>
        </p:nvGrpSpPr>
        <p:grpSpPr>
          <a:xfrm>
            <a:off x="852428" y="2730827"/>
            <a:ext cx="358056" cy="369913"/>
            <a:chOff x="-62148000" y="1930075"/>
            <a:chExt cx="309550" cy="319800"/>
          </a:xfrm>
        </p:grpSpPr>
        <p:sp>
          <p:nvSpPr>
            <p:cNvPr id="8976" name="Google Shape;8976;p6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62"/>
          <p:cNvGrpSpPr/>
          <p:nvPr/>
        </p:nvGrpSpPr>
        <p:grpSpPr>
          <a:xfrm>
            <a:off x="849695" y="3169113"/>
            <a:ext cx="363522" cy="365373"/>
            <a:chOff x="-62150375" y="2297875"/>
            <a:chExt cx="314275" cy="315875"/>
          </a:xfrm>
        </p:grpSpPr>
        <p:sp>
          <p:nvSpPr>
            <p:cNvPr id="8979" name="Google Shape;8979;p6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2"/>
          <p:cNvGrpSpPr/>
          <p:nvPr/>
        </p:nvGrpSpPr>
        <p:grpSpPr>
          <a:xfrm>
            <a:off x="848322" y="3610356"/>
            <a:ext cx="366269" cy="368091"/>
            <a:chOff x="-62150375" y="2664925"/>
            <a:chExt cx="316650" cy="318225"/>
          </a:xfrm>
        </p:grpSpPr>
        <p:sp>
          <p:nvSpPr>
            <p:cNvPr id="8985" name="Google Shape;8985;p6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2"/>
          <p:cNvGrpSpPr/>
          <p:nvPr/>
        </p:nvGrpSpPr>
        <p:grpSpPr>
          <a:xfrm>
            <a:off x="3065911" y="2731333"/>
            <a:ext cx="367165" cy="368901"/>
            <a:chOff x="-60254550" y="1938025"/>
            <a:chExt cx="317425" cy="318925"/>
          </a:xfrm>
        </p:grpSpPr>
        <p:sp>
          <p:nvSpPr>
            <p:cNvPr id="8990" name="Google Shape;8990;p6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62"/>
          <p:cNvGrpSpPr/>
          <p:nvPr/>
        </p:nvGrpSpPr>
        <p:grpSpPr>
          <a:xfrm>
            <a:off x="3094149" y="3609907"/>
            <a:ext cx="310690" cy="368987"/>
            <a:chOff x="-60232500" y="2671225"/>
            <a:chExt cx="268600" cy="319000"/>
          </a:xfrm>
        </p:grpSpPr>
        <p:sp>
          <p:nvSpPr>
            <p:cNvPr id="8995" name="Google Shape;8995;p6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2"/>
          <p:cNvGrpSpPr/>
          <p:nvPr/>
        </p:nvGrpSpPr>
        <p:grpSpPr>
          <a:xfrm>
            <a:off x="2179643" y="4058541"/>
            <a:ext cx="365373" cy="368987"/>
            <a:chOff x="-59100700" y="1911950"/>
            <a:chExt cx="315875" cy="319000"/>
          </a:xfrm>
        </p:grpSpPr>
        <p:sp>
          <p:nvSpPr>
            <p:cNvPr id="8998" name="Google Shape;8998;p6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2"/>
          <p:cNvGrpSpPr/>
          <p:nvPr/>
        </p:nvGrpSpPr>
        <p:grpSpPr>
          <a:xfrm>
            <a:off x="2621810" y="1314021"/>
            <a:ext cx="379918" cy="366038"/>
            <a:chOff x="-63665750" y="1914325"/>
            <a:chExt cx="328450" cy="316450"/>
          </a:xfrm>
        </p:grpSpPr>
        <p:sp>
          <p:nvSpPr>
            <p:cNvPr id="9009" name="Google Shape;9009;p6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2"/>
          <p:cNvGrpSpPr/>
          <p:nvPr/>
        </p:nvGrpSpPr>
        <p:grpSpPr>
          <a:xfrm>
            <a:off x="2626814" y="1793065"/>
            <a:ext cx="369913" cy="368554"/>
            <a:chOff x="-63666550" y="2278975"/>
            <a:chExt cx="319800" cy="318625"/>
          </a:xfrm>
        </p:grpSpPr>
        <p:sp>
          <p:nvSpPr>
            <p:cNvPr id="9012" name="Google Shape;9012;p6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2"/>
          <p:cNvGrpSpPr/>
          <p:nvPr/>
        </p:nvGrpSpPr>
        <p:grpSpPr>
          <a:xfrm>
            <a:off x="2624081" y="2259090"/>
            <a:ext cx="375378" cy="367397"/>
            <a:chOff x="-63669700" y="2646600"/>
            <a:chExt cx="324525" cy="317625"/>
          </a:xfrm>
        </p:grpSpPr>
        <p:sp>
          <p:nvSpPr>
            <p:cNvPr id="9015" name="Google Shape;9015;p6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2"/>
          <p:cNvGrpSpPr/>
          <p:nvPr/>
        </p:nvGrpSpPr>
        <p:grpSpPr>
          <a:xfrm>
            <a:off x="1286361" y="2732418"/>
            <a:ext cx="366269" cy="366732"/>
            <a:chOff x="-61784125" y="1931250"/>
            <a:chExt cx="316650" cy="317050"/>
          </a:xfrm>
        </p:grpSpPr>
        <p:sp>
          <p:nvSpPr>
            <p:cNvPr id="9018" name="Google Shape;9018;p6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2"/>
          <p:cNvGrpSpPr/>
          <p:nvPr/>
        </p:nvGrpSpPr>
        <p:grpSpPr>
          <a:xfrm>
            <a:off x="1286360" y="3168665"/>
            <a:ext cx="366269" cy="366269"/>
            <a:chOff x="-61783350" y="2297100"/>
            <a:chExt cx="316650" cy="316650"/>
          </a:xfrm>
        </p:grpSpPr>
        <p:sp>
          <p:nvSpPr>
            <p:cNvPr id="9023" name="Google Shape;9023;p6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2"/>
          <p:cNvGrpSpPr/>
          <p:nvPr/>
        </p:nvGrpSpPr>
        <p:grpSpPr>
          <a:xfrm>
            <a:off x="1286360" y="3609748"/>
            <a:ext cx="366269" cy="369305"/>
            <a:chOff x="-61782550" y="2664925"/>
            <a:chExt cx="316650" cy="319275"/>
          </a:xfrm>
        </p:grpSpPr>
        <p:sp>
          <p:nvSpPr>
            <p:cNvPr id="9026" name="Google Shape;9026;p6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2"/>
          <p:cNvGrpSpPr/>
          <p:nvPr/>
        </p:nvGrpSpPr>
        <p:grpSpPr>
          <a:xfrm>
            <a:off x="3508137" y="2741136"/>
            <a:ext cx="367165" cy="349294"/>
            <a:chOff x="-59889100" y="1945025"/>
            <a:chExt cx="317425" cy="301975"/>
          </a:xfrm>
        </p:grpSpPr>
        <p:sp>
          <p:nvSpPr>
            <p:cNvPr id="9030" name="Google Shape;9030;p6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2"/>
          <p:cNvGrpSpPr/>
          <p:nvPr/>
        </p:nvGrpSpPr>
        <p:grpSpPr>
          <a:xfrm>
            <a:off x="3040249" y="3168589"/>
            <a:ext cx="366648" cy="366420"/>
            <a:chOff x="6479471" y="2079003"/>
            <a:chExt cx="348923" cy="348706"/>
          </a:xfrm>
        </p:grpSpPr>
        <p:sp>
          <p:nvSpPr>
            <p:cNvPr id="9035" name="Google Shape;9035;p6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62"/>
            <p:cNvGrpSpPr/>
            <p:nvPr/>
          </p:nvGrpSpPr>
          <p:grpSpPr>
            <a:xfrm>
              <a:off x="6520582" y="2079003"/>
              <a:ext cx="307811" cy="348706"/>
              <a:chOff x="-60218325" y="2304850"/>
              <a:chExt cx="279625" cy="316775"/>
            </a:xfrm>
          </p:grpSpPr>
          <p:sp>
            <p:nvSpPr>
              <p:cNvPr id="9037" name="Google Shape;9037;p6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44" name="Google Shape;9044;p62"/>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5" name="Google Shape;9045;p62"/>
          <p:cNvGrpSpPr/>
          <p:nvPr/>
        </p:nvGrpSpPr>
        <p:grpSpPr>
          <a:xfrm>
            <a:off x="3507226" y="3611671"/>
            <a:ext cx="368987" cy="365459"/>
            <a:chOff x="-59889100" y="2671925"/>
            <a:chExt cx="319000" cy="315950"/>
          </a:xfrm>
        </p:grpSpPr>
        <p:sp>
          <p:nvSpPr>
            <p:cNvPr id="9046" name="Google Shape;9046;p6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62"/>
          <p:cNvGrpSpPr/>
          <p:nvPr/>
        </p:nvGrpSpPr>
        <p:grpSpPr>
          <a:xfrm>
            <a:off x="2620204" y="4054176"/>
            <a:ext cx="367165" cy="366269"/>
            <a:chOff x="-59092025" y="2296300"/>
            <a:chExt cx="317425" cy="316650"/>
          </a:xfrm>
        </p:grpSpPr>
        <p:sp>
          <p:nvSpPr>
            <p:cNvPr id="9051" name="Google Shape;9051;p6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2"/>
          <p:cNvGrpSpPr/>
          <p:nvPr/>
        </p:nvGrpSpPr>
        <p:grpSpPr>
          <a:xfrm>
            <a:off x="4865611" y="1305095"/>
            <a:ext cx="353174" cy="347599"/>
            <a:chOff x="683125" y="1955275"/>
            <a:chExt cx="299325" cy="294600"/>
          </a:xfrm>
        </p:grpSpPr>
        <p:sp>
          <p:nvSpPr>
            <p:cNvPr id="9054" name="Google Shape;9054;p6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2"/>
          <p:cNvGrpSpPr/>
          <p:nvPr/>
        </p:nvGrpSpPr>
        <p:grpSpPr>
          <a:xfrm>
            <a:off x="4866541" y="1755653"/>
            <a:ext cx="351315" cy="349486"/>
            <a:chOff x="685475" y="2318350"/>
            <a:chExt cx="297750" cy="296200"/>
          </a:xfrm>
        </p:grpSpPr>
        <p:sp>
          <p:nvSpPr>
            <p:cNvPr id="9059" name="Google Shape;9059;p6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62"/>
          <p:cNvGrpSpPr/>
          <p:nvPr/>
        </p:nvGrpSpPr>
        <p:grpSpPr>
          <a:xfrm>
            <a:off x="7094699" y="1304859"/>
            <a:ext cx="309517" cy="348071"/>
            <a:chOff x="2523000" y="1954875"/>
            <a:chExt cx="262325" cy="295000"/>
          </a:xfrm>
        </p:grpSpPr>
        <p:sp>
          <p:nvSpPr>
            <p:cNvPr id="9063" name="Google Shape;9063;p6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2"/>
          <p:cNvGrpSpPr/>
          <p:nvPr/>
        </p:nvGrpSpPr>
        <p:grpSpPr>
          <a:xfrm>
            <a:off x="7073800" y="1756125"/>
            <a:ext cx="351315" cy="348542"/>
            <a:chOff x="2508825" y="2318350"/>
            <a:chExt cx="297750" cy="295400"/>
          </a:xfrm>
        </p:grpSpPr>
        <p:sp>
          <p:nvSpPr>
            <p:cNvPr id="9066" name="Google Shape;9066;p6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8" name="Google Shape;9068;p62"/>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62"/>
          <p:cNvGrpSpPr/>
          <p:nvPr/>
        </p:nvGrpSpPr>
        <p:grpSpPr>
          <a:xfrm>
            <a:off x="5747373" y="2670178"/>
            <a:ext cx="347599" cy="348513"/>
            <a:chOff x="4321150" y="1946600"/>
            <a:chExt cx="294600" cy="295375"/>
          </a:xfrm>
        </p:grpSpPr>
        <p:sp>
          <p:nvSpPr>
            <p:cNvPr id="9070" name="Google Shape;9070;p6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62"/>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2"/>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2"/>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2"/>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7" name="Google Shape;9077;p62"/>
          <p:cNvGrpSpPr/>
          <p:nvPr/>
        </p:nvGrpSpPr>
        <p:grpSpPr>
          <a:xfrm>
            <a:off x="5309921" y="1756125"/>
            <a:ext cx="352230" cy="348542"/>
            <a:chOff x="1049375" y="2318350"/>
            <a:chExt cx="298525" cy="295400"/>
          </a:xfrm>
        </p:grpSpPr>
        <p:sp>
          <p:nvSpPr>
            <p:cNvPr id="9078" name="Google Shape;9078;p6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2"/>
          <p:cNvGrpSpPr/>
          <p:nvPr/>
        </p:nvGrpSpPr>
        <p:grpSpPr>
          <a:xfrm>
            <a:off x="5310393" y="2196576"/>
            <a:ext cx="351286" cy="351286"/>
            <a:chOff x="1049375" y="2680675"/>
            <a:chExt cx="297725" cy="297725"/>
          </a:xfrm>
        </p:grpSpPr>
        <p:sp>
          <p:nvSpPr>
            <p:cNvPr id="9083" name="Google Shape;9083;p6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2"/>
          <p:cNvGrpSpPr/>
          <p:nvPr/>
        </p:nvGrpSpPr>
        <p:grpSpPr>
          <a:xfrm>
            <a:off x="7523845" y="1304623"/>
            <a:ext cx="348513" cy="348542"/>
            <a:chOff x="2872725" y="1954475"/>
            <a:chExt cx="295375" cy="295400"/>
          </a:xfrm>
        </p:grpSpPr>
        <p:sp>
          <p:nvSpPr>
            <p:cNvPr id="9086" name="Google Shape;9086;p6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2"/>
          <p:cNvGrpSpPr/>
          <p:nvPr/>
        </p:nvGrpSpPr>
        <p:grpSpPr>
          <a:xfrm>
            <a:off x="7545216" y="1755196"/>
            <a:ext cx="305771" cy="350401"/>
            <a:chOff x="2890050" y="2318350"/>
            <a:chExt cx="259150" cy="296975"/>
          </a:xfrm>
        </p:grpSpPr>
        <p:sp>
          <p:nvSpPr>
            <p:cNvPr id="9090" name="Google Shape;9090;p6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62"/>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3" name="Google Shape;9093;p62"/>
          <p:cNvGrpSpPr/>
          <p:nvPr/>
        </p:nvGrpSpPr>
        <p:grpSpPr>
          <a:xfrm>
            <a:off x="6187732" y="2670650"/>
            <a:ext cx="347569" cy="347569"/>
            <a:chOff x="4685050" y="1945825"/>
            <a:chExt cx="294575" cy="294575"/>
          </a:xfrm>
        </p:grpSpPr>
        <p:sp>
          <p:nvSpPr>
            <p:cNvPr id="9094" name="Google Shape;9094;p6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9" name="Google Shape;9099;p62"/>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2"/>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62"/>
          <p:cNvGrpSpPr/>
          <p:nvPr/>
        </p:nvGrpSpPr>
        <p:grpSpPr>
          <a:xfrm>
            <a:off x="7958004" y="3159625"/>
            <a:ext cx="348513" cy="347599"/>
            <a:chOff x="6131900" y="2301825"/>
            <a:chExt cx="295375" cy="294600"/>
          </a:xfrm>
        </p:grpSpPr>
        <p:sp>
          <p:nvSpPr>
            <p:cNvPr id="9102" name="Google Shape;9102;p6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2"/>
          <p:cNvGrpSpPr/>
          <p:nvPr/>
        </p:nvGrpSpPr>
        <p:grpSpPr>
          <a:xfrm>
            <a:off x="5753997" y="1304166"/>
            <a:ext cx="351315" cy="349457"/>
            <a:chOff x="1412450" y="1954475"/>
            <a:chExt cx="297750" cy="296175"/>
          </a:xfrm>
        </p:grpSpPr>
        <p:sp>
          <p:nvSpPr>
            <p:cNvPr id="9107" name="Google Shape;9107;p6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9" name="Google Shape;9109;p62"/>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62"/>
          <p:cNvGrpSpPr/>
          <p:nvPr/>
        </p:nvGrpSpPr>
        <p:grpSpPr>
          <a:xfrm>
            <a:off x="5753997" y="2196694"/>
            <a:ext cx="351315" cy="351050"/>
            <a:chOff x="1413250" y="2680675"/>
            <a:chExt cx="297750" cy="297525"/>
          </a:xfrm>
        </p:grpSpPr>
        <p:sp>
          <p:nvSpPr>
            <p:cNvPr id="9111" name="Google Shape;9111;p6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62"/>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2"/>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2"/>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8" name="Google Shape;9118;p62"/>
          <p:cNvGrpSpPr/>
          <p:nvPr/>
        </p:nvGrpSpPr>
        <p:grpSpPr>
          <a:xfrm>
            <a:off x="6630407" y="2670311"/>
            <a:ext cx="350371" cy="348247"/>
            <a:chOff x="5045775" y="1946400"/>
            <a:chExt cx="296950" cy="295150"/>
          </a:xfrm>
        </p:grpSpPr>
        <p:sp>
          <p:nvSpPr>
            <p:cNvPr id="9119" name="Google Shape;9119;p6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2"/>
          <p:cNvGrpSpPr/>
          <p:nvPr/>
        </p:nvGrpSpPr>
        <p:grpSpPr>
          <a:xfrm>
            <a:off x="6629006" y="3179138"/>
            <a:ext cx="353174" cy="308573"/>
            <a:chOff x="5046550" y="2327025"/>
            <a:chExt cx="299325" cy="261525"/>
          </a:xfrm>
        </p:grpSpPr>
        <p:sp>
          <p:nvSpPr>
            <p:cNvPr id="9122" name="Google Shape;9122;p6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5" name="Google Shape;9125;p62"/>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62"/>
          <p:cNvGrpSpPr/>
          <p:nvPr/>
        </p:nvGrpSpPr>
        <p:grpSpPr>
          <a:xfrm>
            <a:off x="7956604" y="3608476"/>
            <a:ext cx="351315" cy="348513"/>
            <a:chOff x="6167350" y="2672800"/>
            <a:chExt cx="297750" cy="295375"/>
          </a:xfrm>
        </p:grpSpPr>
        <p:sp>
          <p:nvSpPr>
            <p:cNvPr id="9127" name="Google Shape;9127;p6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2"/>
          <p:cNvGrpSpPr/>
          <p:nvPr/>
        </p:nvGrpSpPr>
        <p:grpSpPr>
          <a:xfrm>
            <a:off x="6197601" y="1303709"/>
            <a:ext cx="347599" cy="350371"/>
            <a:chOff x="1777925" y="1953700"/>
            <a:chExt cx="294600" cy="296950"/>
          </a:xfrm>
        </p:grpSpPr>
        <p:sp>
          <p:nvSpPr>
            <p:cNvPr id="9133" name="Google Shape;9133;p6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2"/>
          <p:cNvGrpSpPr/>
          <p:nvPr/>
        </p:nvGrpSpPr>
        <p:grpSpPr>
          <a:xfrm>
            <a:off x="6213411" y="1756597"/>
            <a:ext cx="315977" cy="347599"/>
            <a:chOff x="1790525" y="2319150"/>
            <a:chExt cx="267800" cy="294600"/>
          </a:xfrm>
        </p:grpSpPr>
        <p:sp>
          <p:nvSpPr>
            <p:cNvPr id="9138" name="Google Shape;9138;p6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0" name="Google Shape;9140;p62"/>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1" name="Google Shape;9141;p62"/>
          <p:cNvGrpSpPr/>
          <p:nvPr/>
        </p:nvGrpSpPr>
        <p:grpSpPr>
          <a:xfrm>
            <a:off x="4866386" y="2670163"/>
            <a:ext cx="349457" cy="348542"/>
            <a:chOff x="3599700" y="1954475"/>
            <a:chExt cx="296175" cy="295400"/>
          </a:xfrm>
        </p:grpSpPr>
        <p:sp>
          <p:nvSpPr>
            <p:cNvPr id="9142" name="Google Shape;9142;p6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2"/>
          <p:cNvGrpSpPr/>
          <p:nvPr/>
        </p:nvGrpSpPr>
        <p:grpSpPr>
          <a:xfrm>
            <a:off x="4867316" y="3159626"/>
            <a:ext cx="347599" cy="347599"/>
            <a:chOff x="3601275" y="2319150"/>
            <a:chExt cx="294600" cy="294600"/>
          </a:xfrm>
        </p:grpSpPr>
        <p:sp>
          <p:nvSpPr>
            <p:cNvPr id="9146" name="Google Shape;9146;p6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62"/>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9" name="Google Shape;9149;p62"/>
          <p:cNvGrpSpPr/>
          <p:nvPr/>
        </p:nvGrpSpPr>
        <p:grpSpPr>
          <a:xfrm>
            <a:off x="7087019" y="2669721"/>
            <a:ext cx="328071" cy="349427"/>
            <a:chOff x="5421475" y="1945825"/>
            <a:chExt cx="278050" cy="296150"/>
          </a:xfrm>
        </p:grpSpPr>
        <p:sp>
          <p:nvSpPr>
            <p:cNvPr id="9150" name="Google Shape;9150;p6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62"/>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9" name="Google Shape;9159;p62"/>
          <p:cNvGrpSpPr/>
          <p:nvPr/>
        </p:nvGrpSpPr>
        <p:grpSpPr>
          <a:xfrm>
            <a:off x="7075869" y="3670273"/>
            <a:ext cx="350371" cy="224918"/>
            <a:chOff x="5411225" y="2726350"/>
            <a:chExt cx="296950" cy="190625"/>
          </a:xfrm>
        </p:grpSpPr>
        <p:sp>
          <p:nvSpPr>
            <p:cNvPr id="9160" name="Google Shape;9160;p6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62"/>
          <p:cNvGrpSpPr/>
          <p:nvPr/>
        </p:nvGrpSpPr>
        <p:grpSpPr>
          <a:xfrm>
            <a:off x="6185904" y="4059546"/>
            <a:ext cx="351286" cy="326390"/>
            <a:chOff x="6524150" y="1938725"/>
            <a:chExt cx="297725" cy="276625"/>
          </a:xfrm>
        </p:grpSpPr>
        <p:sp>
          <p:nvSpPr>
            <p:cNvPr id="9163" name="Google Shape;9163;p6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2"/>
          <p:cNvGrpSpPr/>
          <p:nvPr/>
        </p:nvGrpSpPr>
        <p:grpSpPr>
          <a:xfrm>
            <a:off x="6631047" y="1756007"/>
            <a:ext cx="363380" cy="348778"/>
            <a:chOff x="2140225" y="2318650"/>
            <a:chExt cx="307975" cy="295600"/>
          </a:xfrm>
        </p:grpSpPr>
        <p:sp>
          <p:nvSpPr>
            <p:cNvPr id="9168" name="Google Shape;9168;p6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2"/>
          <p:cNvGrpSpPr/>
          <p:nvPr/>
        </p:nvGrpSpPr>
        <p:grpSpPr>
          <a:xfrm>
            <a:off x="6636607" y="2197505"/>
            <a:ext cx="352259" cy="349427"/>
            <a:chOff x="2139425" y="2682250"/>
            <a:chExt cx="298550" cy="296150"/>
          </a:xfrm>
        </p:grpSpPr>
        <p:sp>
          <p:nvSpPr>
            <p:cNvPr id="9171" name="Google Shape;9171;p6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2"/>
          <p:cNvGrpSpPr/>
          <p:nvPr/>
        </p:nvGrpSpPr>
        <p:grpSpPr>
          <a:xfrm>
            <a:off x="5301219" y="2711991"/>
            <a:ext cx="350401" cy="264888"/>
            <a:chOff x="3962775" y="1990700"/>
            <a:chExt cx="296975" cy="224500"/>
          </a:xfrm>
        </p:grpSpPr>
        <p:sp>
          <p:nvSpPr>
            <p:cNvPr id="9176" name="Google Shape;9176;p6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62"/>
          <p:cNvGrpSpPr/>
          <p:nvPr/>
        </p:nvGrpSpPr>
        <p:grpSpPr>
          <a:xfrm>
            <a:off x="5301691" y="3158697"/>
            <a:ext cx="349457" cy="349457"/>
            <a:chOff x="3963575" y="2317575"/>
            <a:chExt cx="296175" cy="296175"/>
          </a:xfrm>
        </p:grpSpPr>
        <p:sp>
          <p:nvSpPr>
            <p:cNvPr id="9181" name="Google Shape;9181;p6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2"/>
          <p:cNvGrpSpPr/>
          <p:nvPr/>
        </p:nvGrpSpPr>
        <p:grpSpPr>
          <a:xfrm>
            <a:off x="5301691" y="3608476"/>
            <a:ext cx="349457" cy="348513"/>
            <a:chOff x="3962775" y="2683025"/>
            <a:chExt cx="296175" cy="295375"/>
          </a:xfrm>
        </p:grpSpPr>
        <p:sp>
          <p:nvSpPr>
            <p:cNvPr id="9198" name="Google Shape;9198;p6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62"/>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62"/>
          <p:cNvGrpSpPr/>
          <p:nvPr/>
        </p:nvGrpSpPr>
        <p:grpSpPr>
          <a:xfrm>
            <a:off x="7516228" y="3159168"/>
            <a:ext cx="348513" cy="348513"/>
            <a:chOff x="5775900" y="2308125"/>
            <a:chExt cx="295375" cy="295375"/>
          </a:xfrm>
        </p:grpSpPr>
        <p:sp>
          <p:nvSpPr>
            <p:cNvPr id="9203" name="Google Shape;9203;p6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2"/>
          <p:cNvGrpSpPr/>
          <p:nvPr/>
        </p:nvGrpSpPr>
        <p:grpSpPr>
          <a:xfrm>
            <a:off x="7537142" y="3608004"/>
            <a:ext cx="306686" cy="349457"/>
            <a:chOff x="5794025" y="2673575"/>
            <a:chExt cx="259925" cy="296175"/>
          </a:xfrm>
        </p:grpSpPr>
        <p:sp>
          <p:nvSpPr>
            <p:cNvPr id="9209" name="Google Shape;9209;p6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1" name="Google Shape;9211;p62"/>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2"/>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3" name="Google Shape;9213;p62"/>
          <p:cNvGrpSpPr/>
          <p:nvPr/>
        </p:nvGrpSpPr>
        <p:grpSpPr>
          <a:xfrm>
            <a:off x="6637536" y="1304166"/>
            <a:ext cx="350401" cy="349457"/>
            <a:chOff x="2141000" y="1954475"/>
            <a:chExt cx="296975" cy="296175"/>
          </a:xfrm>
        </p:grpSpPr>
        <p:sp>
          <p:nvSpPr>
            <p:cNvPr id="9214" name="Google Shape;9214;p6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21" name="Shape 9221"/>
        <p:cNvGrpSpPr/>
        <p:nvPr/>
      </p:nvGrpSpPr>
      <p:grpSpPr>
        <a:xfrm>
          <a:off x="0" y="0"/>
          <a:ext cx="0" cy="0"/>
          <a:chOff x="0" y="0"/>
          <a:chExt cx="0" cy="0"/>
        </a:xfrm>
      </p:grpSpPr>
      <p:sp>
        <p:nvSpPr>
          <p:cNvPr id="9222" name="Google Shape;9222;p63"/>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223" name="Google Shape;9223;p63"/>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224" name="Google Shape;9224;p63"/>
          <p:cNvGrpSpPr/>
          <p:nvPr/>
        </p:nvGrpSpPr>
        <p:grpSpPr>
          <a:xfrm>
            <a:off x="882957" y="1306638"/>
            <a:ext cx="292442" cy="355741"/>
            <a:chOff x="-35830350" y="1912725"/>
            <a:chExt cx="241050" cy="293225"/>
          </a:xfrm>
        </p:grpSpPr>
        <p:sp>
          <p:nvSpPr>
            <p:cNvPr id="9225" name="Google Shape;9225;p6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3"/>
          <p:cNvGrpSpPr/>
          <p:nvPr/>
        </p:nvGrpSpPr>
        <p:grpSpPr>
          <a:xfrm>
            <a:off x="851444" y="1766235"/>
            <a:ext cx="355468" cy="353587"/>
            <a:chOff x="-35854750" y="2272675"/>
            <a:chExt cx="293000" cy="291450"/>
          </a:xfrm>
        </p:grpSpPr>
        <p:sp>
          <p:nvSpPr>
            <p:cNvPr id="9228" name="Google Shape;9228;p6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63"/>
          <p:cNvGrpSpPr/>
          <p:nvPr/>
        </p:nvGrpSpPr>
        <p:grpSpPr>
          <a:xfrm>
            <a:off x="850958" y="2220821"/>
            <a:ext cx="356438" cy="354558"/>
            <a:chOff x="-35853975" y="2631825"/>
            <a:chExt cx="293800" cy="292250"/>
          </a:xfrm>
        </p:grpSpPr>
        <p:sp>
          <p:nvSpPr>
            <p:cNvPr id="9232" name="Google Shape;9232;p6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63"/>
          <p:cNvGrpSpPr/>
          <p:nvPr/>
        </p:nvGrpSpPr>
        <p:grpSpPr>
          <a:xfrm>
            <a:off x="3089562" y="1307714"/>
            <a:ext cx="353587" cy="353587"/>
            <a:chOff x="-34032200" y="1916675"/>
            <a:chExt cx="291450" cy="291450"/>
          </a:xfrm>
        </p:grpSpPr>
        <p:sp>
          <p:nvSpPr>
            <p:cNvPr id="9238" name="Google Shape;9238;p6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2" name="Google Shape;9242;p63"/>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3" name="Google Shape;9243;p63"/>
          <p:cNvGrpSpPr/>
          <p:nvPr/>
        </p:nvGrpSpPr>
        <p:grpSpPr>
          <a:xfrm>
            <a:off x="3089092" y="2220821"/>
            <a:ext cx="354527" cy="354558"/>
            <a:chOff x="-34032200" y="2634975"/>
            <a:chExt cx="292225" cy="292250"/>
          </a:xfrm>
        </p:grpSpPr>
        <p:sp>
          <p:nvSpPr>
            <p:cNvPr id="9244" name="Google Shape;9244;p6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63"/>
          <p:cNvGrpSpPr/>
          <p:nvPr/>
        </p:nvGrpSpPr>
        <p:grpSpPr>
          <a:xfrm>
            <a:off x="1739487" y="2687069"/>
            <a:ext cx="358379" cy="354527"/>
            <a:chOff x="-32245875" y="1938725"/>
            <a:chExt cx="295400" cy="292225"/>
          </a:xfrm>
        </p:grpSpPr>
        <p:sp>
          <p:nvSpPr>
            <p:cNvPr id="9248" name="Google Shape;9248;p6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63"/>
          <p:cNvGrpSpPr/>
          <p:nvPr/>
        </p:nvGrpSpPr>
        <p:grpSpPr>
          <a:xfrm>
            <a:off x="1736150" y="3156468"/>
            <a:ext cx="365052" cy="352162"/>
            <a:chOff x="-32243500" y="2299850"/>
            <a:chExt cx="300900" cy="290275"/>
          </a:xfrm>
        </p:grpSpPr>
        <p:sp>
          <p:nvSpPr>
            <p:cNvPr id="9252" name="Google Shape;9252;p6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4" name="Google Shape;9254;p63"/>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5" name="Google Shape;9255;p63"/>
          <p:cNvGrpSpPr/>
          <p:nvPr/>
        </p:nvGrpSpPr>
        <p:grpSpPr>
          <a:xfrm>
            <a:off x="1299432" y="1306759"/>
            <a:ext cx="354527" cy="355498"/>
            <a:chOff x="-35495600" y="1912725"/>
            <a:chExt cx="292225" cy="293025"/>
          </a:xfrm>
        </p:grpSpPr>
        <p:sp>
          <p:nvSpPr>
            <p:cNvPr id="9256" name="Google Shape;9256;p6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9" name="Google Shape;9259;p63"/>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0" name="Google Shape;9260;p63"/>
          <p:cNvGrpSpPr/>
          <p:nvPr/>
        </p:nvGrpSpPr>
        <p:grpSpPr>
          <a:xfrm>
            <a:off x="1299432" y="2221307"/>
            <a:ext cx="354527" cy="353587"/>
            <a:chOff x="-35495600" y="2631825"/>
            <a:chExt cx="292225" cy="291450"/>
          </a:xfrm>
        </p:grpSpPr>
        <p:sp>
          <p:nvSpPr>
            <p:cNvPr id="9261" name="Google Shape;9261;p6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3"/>
          <p:cNvGrpSpPr/>
          <p:nvPr/>
        </p:nvGrpSpPr>
        <p:grpSpPr>
          <a:xfrm>
            <a:off x="3537081" y="1307714"/>
            <a:ext cx="353587" cy="353587"/>
            <a:chOff x="-33673825" y="1916675"/>
            <a:chExt cx="291450" cy="291450"/>
          </a:xfrm>
        </p:grpSpPr>
        <p:sp>
          <p:nvSpPr>
            <p:cNvPr id="9266" name="Google Shape;9266;p6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3"/>
          <p:cNvGrpSpPr/>
          <p:nvPr/>
        </p:nvGrpSpPr>
        <p:grpSpPr>
          <a:xfrm>
            <a:off x="3534700" y="1765295"/>
            <a:ext cx="358349" cy="355468"/>
            <a:chOff x="-33676975" y="2275050"/>
            <a:chExt cx="295375" cy="293000"/>
          </a:xfrm>
        </p:grpSpPr>
        <p:sp>
          <p:nvSpPr>
            <p:cNvPr id="9271" name="Google Shape;9271;p6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63"/>
          <p:cNvGrpSpPr/>
          <p:nvPr/>
        </p:nvGrpSpPr>
        <p:grpSpPr>
          <a:xfrm>
            <a:off x="3537081" y="2220594"/>
            <a:ext cx="353587" cy="355013"/>
            <a:chOff x="-33673825" y="2634975"/>
            <a:chExt cx="291450" cy="292625"/>
          </a:xfrm>
        </p:grpSpPr>
        <p:sp>
          <p:nvSpPr>
            <p:cNvPr id="9275" name="Google Shape;9275;p6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63"/>
          <p:cNvGrpSpPr/>
          <p:nvPr/>
        </p:nvGrpSpPr>
        <p:grpSpPr>
          <a:xfrm>
            <a:off x="2205089" y="2687509"/>
            <a:ext cx="329687" cy="353648"/>
            <a:chOff x="-31874100" y="1939525"/>
            <a:chExt cx="271750" cy="291500"/>
          </a:xfrm>
        </p:grpSpPr>
        <p:sp>
          <p:nvSpPr>
            <p:cNvPr id="9278" name="Google Shape;9278;p6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63"/>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63"/>
          <p:cNvGrpSpPr/>
          <p:nvPr/>
        </p:nvGrpSpPr>
        <p:grpSpPr>
          <a:xfrm>
            <a:off x="2186451" y="3616531"/>
            <a:ext cx="366963" cy="352768"/>
            <a:chOff x="-31889075" y="2658950"/>
            <a:chExt cx="302475" cy="290775"/>
          </a:xfrm>
        </p:grpSpPr>
        <p:sp>
          <p:nvSpPr>
            <p:cNvPr id="9282" name="Google Shape;9282;p6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4" name="Google Shape;9284;p63"/>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63"/>
          <p:cNvGrpSpPr/>
          <p:nvPr/>
        </p:nvGrpSpPr>
        <p:grpSpPr>
          <a:xfrm>
            <a:off x="1747421" y="1306759"/>
            <a:ext cx="354527" cy="355498"/>
            <a:chOff x="-35136450" y="1912725"/>
            <a:chExt cx="292225" cy="293025"/>
          </a:xfrm>
        </p:grpSpPr>
        <p:sp>
          <p:nvSpPr>
            <p:cNvPr id="9286" name="Google Shape;9286;p6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3"/>
          <p:cNvGrpSpPr/>
          <p:nvPr/>
        </p:nvGrpSpPr>
        <p:grpSpPr>
          <a:xfrm>
            <a:off x="1747891" y="1765978"/>
            <a:ext cx="353587" cy="354103"/>
            <a:chOff x="-35134875" y="2272675"/>
            <a:chExt cx="291450" cy="291875"/>
          </a:xfrm>
        </p:grpSpPr>
        <p:sp>
          <p:nvSpPr>
            <p:cNvPr id="9290" name="Google Shape;9290;p6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63"/>
          <p:cNvGrpSpPr/>
          <p:nvPr/>
        </p:nvGrpSpPr>
        <p:grpSpPr>
          <a:xfrm>
            <a:off x="1789458" y="2221307"/>
            <a:ext cx="270453" cy="353587"/>
            <a:chOff x="-35101800" y="2631050"/>
            <a:chExt cx="222925" cy="291450"/>
          </a:xfrm>
        </p:grpSpPr>
        <p:sp>
          <p:nvSpPr>
            <p:cNvPr id="9295" name="Google Shape;9295;p6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63"/>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0" name="Google Shape;9300;p63"/>
          <p:cNvGrpSpPr/>
          <p:nvPr/>
        </p:nvGrpSpPr>
        <p:grpSpPr>
          <a:xfrm>
            <a:off x="3977510" y="1765295"/>
            <a:ext cx="353587" cy="355468"/>
            <a:chOff x="-33314675" y="2275050"/>
            <a:chExt cx="291450" cy="293000"/>
          </a:xfrm>
        </p:grpSpPr>
        <p:sp>
          <p:nvSpPr>
            <p:cNvPr id="9301" name="Google Shape;9301;p6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63"/>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63"/>
          <p:cNvGrpSpPr/>
          <p:nvPr/>
        </p:nvGrpSpPr>
        <p:grpSpPr>
          <a:xfrm>
            <a:off x="2639701" y="2687555"/>
            <a:ext cx="353587" cy="353557"/>
            <a:chOff x="-31523625" y="1939525"/>
            <a:chExt cx="291450" cy="291425"/>
          </a:xfrm>
        </p:grpSpPr>
        <p:sp>
          <p:nvSpPr>
            <p:cNvPr id="9306" name="Google Shape;9306;p6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63"/>
          <p:cNvGrpSpPr/>
          <p:nvPr/>
        </p:nvGrpSpPr>
        <p:grpSpPr>
          <a:xfrm>
            <a:off x="2638746" y="3155755"/>
            <a:ext cx="355498" cy="353587"/>
            <a:chOff x="-31523625" y="2298675"/>
            <a:chExt cx="293025" cy="291450"/>
          </a:xfrm>
        </p:grpSpPr>
        <p:sp>
          <p:nvSpPr>
            <p:cNvPr id="9318" name="Google Shape;9318;p6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1" name="Google Shape;9321;p63"/>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3" name="Google Shape;9323;p63"/>
          <p:cNvGrpSpPr/>
          <p:nvPr/>
        </p:nvGrpSpPr>
        <p:grpSpPr>
          <a:xfrm>
            <a:off x="2205934" y="1307729"/>
            <a:ext cx="331598" cy="353557"/>
            <a:chOff x="-34767825" y="1914325"/>
            <a:chExt cx="273325" cy="291425"/>
          </a:xfrm>
        </p:grpSpPr>
        <p:sp>
          <p:nvSpPr>
            <p:cNvPr id="9324" name="Google Shape;9324;p6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63"/>
          <p:cNvGrpSpPr/>
          <p:nvPr/>
        </p:nvGrpSpPr>
        <p:grpSpPr>
          <a:xfrm>
            <a:off x="2193513" y="1765280"/>
            <a:ext cx="356438" cy="355498"/>
            <a:chOff x="-34778075" y="2272675"/>
            <a:chExt cx="293800" cy="293025"/>
          </a:xfrm>
        </p:grpSpPr>
        <p:sp>
          <p:nvSpPr>
            <p:cNvPr id="9328" name="Google Shape;9328;p6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3"/>
          <p:cNvGrpSpPr/>
          <p:nvPr/>
        </p:nvGrpSpPr>
        <p:grpSpPr>
          <a:xfrm>
            <a:off x="2194939" y="2221307"/>
            <a:ext cx="353587" cy="353587"/>
            <a:chOff x="-34776500" y="2631825"/>
            <a:chExt cx="291450" cy="291450"/>
          </a:xfrm>
        </p:grpSpPr>
        <p:sp>
          <p:nvSpPr>
            <p:cNvPr id="9332" name="Google Shape;9332;p6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3"/>
          <p:cNvGrpSpPr/>
          <p:nvPr/>
        </p:nvGrpSpPr>
        <p:grpSpPr>
          <a:xfrm>
            <a:off x="853628" y="2685160"/>
            <a:ext cx="354527" cy="358349"/>
            <a:chOff x="-32956300" y="1915900"/>
            <a:chExt cx="292225" cy="295375"/>
          </a:xfrm>
        </p:grpSpPr>
        <p:sp>
          <p:nvSpPr>
            <p:cNvPr id="9336" name="Google Shape;9336;p6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8" name="Google Shape;9338;p63"/>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63"/>
          <p:cNvGrpSpPr/>
          <p:nvPr/>
        </p:nvGrpSpPr>
        <p:grpSpPr>
          <a:xfrm>
            <a:off x="3081101" y="2687555"/>
            <a:ext cx="356438" cy="353557"/>
            <a:chOff x="-31166825" y="1939525"/>
            <a:chExt cx="293800" cy="291425"/>
          </a:xfrm>
        </p:grpSpPr>
        <p:sp>
          <p:nvSpPr>
            <p:cNvPr id="9341" name="Google Shape;9341;p6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3"/>
          <p:cNvGrpSpPr/>
          <p:nvPr/>
        </p:nvGrpSpPr>
        <p:grpSpPr>
          <a:xfrm>
            <a:off x="3082057" y="3155482"/>
            <a:ext cx="354527" cy="354133"/>
            <a:chOff x="-31165250" y="2298675"/>
            <a:chExt cx="292225" cy="291900"/>
          </a:xfrm>
        </p:grpSpPr>
        <p:sp>
          <p:nvSpPr>
            <p:cNvPr id="9353" name="Google Shape;9353;p6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63"/>
          <p:cNvGrpSpPr/>
          <p:nvPr/>
        </p:nvGrpSpPr>
        <p:grpSpPr>
          <a:xfrm>
            <a:off x="3082542" y="3616136"/>
            <a:ext cx="353557" cy="353557"/>
            <a:chOff x="-31164450" y="2657050"/>
            <a:chExt cx="291425" cy="291425"/>
          </a:xfrm>
        </p:grpSpPr>
        <p:sp>
          <p:nvSpPr>
            <p:cNvPr id="9357" name="Google Shape;9357;p6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63"/>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63"/>
          <p:cNvGrpSpPr/>
          <p:nvPr/>
        </p:nvGrpSpPr>
        <p:grpSpPr>
          <a:xfrm>
            <a:off x="2632987" y="1307366"/>
            <a:ext cx="358349" cy="354285"/>
            <a:chOff x="-34421275" y="1912725"/>
            <a:chExt cx="295375" cy="292025"/>
          </a:xfrm>
        </p:grpSpPr>
        <p:sp>
          <p:nvSpPr>
            <p:cNvPr id="9363" name="Google Shape;9363;p6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3"/>
          <p:cNvGrpSpPr/>
          <p:nvPr/>
        </p:nvGrpSpPr>
        <p:grpSpPr>
          <a:xfrm>
            <a:off x="2632032" y="1765280"/>
            <a:ext cx="360260" cy="355498"/>
            <a:chOff x="-34418125" y="2271100"/>
            <a:chExt cx="296950" cy="293025"/>
          </a:xfrm>
        </p:grpSpPr>
        <p:sp>
          <p:nvSpPr>
            <p:cNvPr id="9366" name="Google Shape;9366;p6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3"/>
          <p:cNvGrpSpPr/>
          <p:nvPr/>
        </p:nvGrpSpPr>
        <p:grpSpPr>
          <a:xfrm>
            <a:off x="2632987" y="2221307"/>
            <a:ext cx="358349" cy="353587"/>
            <a:chOff x="-34421275" y="2631050"/>
            <a:chExt cx="295375" cy="291450"/>
          </a:xfrm>
        </p:grpSpPr>
        <p:sp>
          <p:nvSpPr>
            <p:cNvPr id="9372" name="Google Shape;9372;p6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6" name="Google Shape;9376;p63"/>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63"/>
          <p:cNvGrpSpPr/>
          <p:nvPr/>
        </p:nvGrpSpPr>
        <p:grpSpPr>
          <a:xfrm>
            <a:off x="3537620" y="2688025"/>
            <a:ext cx="353587" cy="352617"/>
            <a:chOff x="-30805300" y="1938725"/>
            <a:chExt cx="291450" cy="290650"/>
          </a:xfrm>
        </p:grpSpPr>
        <p:sp>
          <p:nvSpPr>
            <p:cNvPr id="9380" name="Google Shape;9380;p6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3"/>
          <p:cNvGrpSpPr/>
          <p:nvPr/>
        </p:nvGrpSpPr>
        <p:grpSpPr>
          <a:xfrm>
            <a:off x="3538105" y="3155952"/>
            <a:ext cx="352617" cy="353193"/>
            <a:chOff x="-30805300" y="2298675"/>
            <a:chExt cx="290650" cy="291125"/>
          </a:xfrm>
        </p:grpSpPr>
        <p:sp>
          <p:nvSpPr>
            <p:cNvPr id="9383" name="Google Shape;9383;p6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3"/>
          <p:cNvGrpSpPr/>
          <p:nvPr/>
        </p:nvGrpSpPr>
        <p:grpSpPr>
          <a:xfrm>
            <a:off x="3537635" y="3616136"/>
            <a:ext cx="353557" cy="353557"/>
            <a:chOff x="-30806075" y="2657050"/>
            <a:chExt cx="291425" cy="291425"/>
          </a:xfrm>
        </p:grpSpPr>
        <p:sp>
          <p:nvSpPr>
            <p:cNvPr id="9388" name="Google Shape;9388;p6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3"/>
          <p:cNvGrpSpPr/>
          <p:nvPr/>
        </p:nvGrpSpPr>
        <p:grpSpPr>
          <a:xfrm>
            <a:off x="2639681" y="4073943"/>
            <a:ext cx="353557" cy="353557"/>
            <a:chOff x="-30064925" y="2332550"/>
            <a:chExt cx="291425" cy="291425"/>
          </a:xfrm>
        </p:grpSpPr>
        <p:sp>
          <p:nvSpPr>
            <p:cNvPr id="9392" name="Google Shape;9392;p6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63"/>
          <p:cNvGrpSpPr/>
          <p:nvPr/>
        </p:nvGrpSpPr>
        <p:grpSpPr>
          <a:xfrm>
            <a:off x="3983068" y="2683443"/>
            <a:ext cx="348855" cy="347879"/>
            <a:chOff x="2821450" y="2957850"/>
            <a:chExt cx="259275" cy="258550"/>
          </a:xfrm>
        </p:grpSpPr>
        <p:sp>
          <p:nvSpPr>
            <p:cNvPr id="9396" name="Google Shape;9396;p6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399" name="Google Shape;9399;p63"/>
          <p:cNvGrpSpPr/>
          <p:nvPr/>
        </p:nvGrpSpPr>
        <p:grpSpPr>
          <a:xfrm>
            <a:off x="4858100" y="1304461"/>
            <a:ext cx="361090" cy="361090"/>
            <a:chOff x="-57970450" y="1903275"/>
            <a:chExt cx="318225" cy="318225"/>
          </a:xfrm>
        </p:grpSpPr>
        <p:sp>
          <p:nvSpPr>
            <p:cNvPr id="9400" name="Google Shape;9400;p63"/>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3"/>
          <p:cNvGrpSpPr/>
          <p:nvPr/>
        </p:nvGrpSpPr>
        <p:grpSpPr>
          <a:xfrm>
            <a:off x="4880000" y="1780418"/>
            <a:ext cx="317290" cy="359303"/>
            <a:chOff x="-57950750" y="2296300"/>
            <a:chExt cx="279625" cy="316650"/>
          </a:xfrm>
        </p:grpSpPr>
        <p:sp>
          <p:nvSpPr>
            <p:cNvPr id="9405" name="Google Shape;9405;p63"/>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3"/>
          <p:cNvGrpSpPr/>
          <p:nvPr/>
        </p:nvGrpSpPr>
        <p:grpSpPr>
          <a:xfrm>
            <a:off x="4858214" y="2232094"/>
            <a:ext cx="360863" cy="360211"/>
            <a:chOff x="-57969675" y="2687750"/>
            <a:chExt cx="318025" cy="317450"/>
          </a:xfrm>
        </p:grpSpPr>
        <p:sp>
          <p:nvSpPr>
            <p:cNvPr id="9410" name="Google Shape;9410;p63"/>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3"/>
          <p:cNvGrpSpPr/>
          <p:nvPr/>
        </p:nvGrpSpPr>
        <p:grpSpPr>
          <a:xfrm>
            <a:off x="7067397" y="1304461"/>
            <a:ext cx="363785" cy="361090"/>
            <a:chOff x="-56012425" y="1903275"/>
            <a:chExt cx="320600" cy="318225"/>
          </a:xfrm>
        </p:grpSpPr>
        <p:sp>
          <p:nvSpPr>
            <p:cNvPr id="9415" name="Google Shape;9415;p63"/>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63"/>
          <p:cNvGrpSpPr/>
          <p:nvPr/>
        </p:nvGrpSpPr>
        <p:grpSpPr>
          <a:xfrm>
            <a:off x="7068290" y="1778631"/>
            <a:ext cx="361998" cy="361998"/>
            <a:chOff x="-56010850" y="2294725"/>
            <a:chExt cx="319025" cy="319025"/>
          </a:xfrm>
        </p:grpSpPr>
        <p:sp>
          <p:nvSpPr>
            <p:cNvPr id="9418" name="Google Shape;9418;p63"/>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3"/>
          <p:cNvGrpSpPr/>
          <p:nvPr/>
        </p:nvGrpSpPr>
        <p:grpSpPr>
          <a:xfrm>
            <a:off x="7068305" y="2231215"/>
            <a:ext cx="361969" cy="361090"/>
            <a:chOff x="-56010050" y="2686975"/>
            <a:chExt cx="319000" cy="318225"/>
          </a:xfrm>
        </p:grpSpPr>
        <p:sp>
          <p:nvSpPr>
            <p:cNvPr id="9423" name="Google Shape;9423;p63"/>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3"/>
          <p:cNvGrpSpPr/>
          <p:nvPr/>
        </p:nvGrpSpPr>
        <p:grpSpPr>
          <a:xfrm>
            <a:off x="5753801" y="2684124"/>
            <a:ext cx="361998" cy="361090"/>
            <a:chOff x="-54081175" y="1903275"/>
            <a:chExt cx="319025" cy="318225"/>
          </a:xfrm>
        </p:grpSpPr>
        <p:sp>
          <p:nvSpPr>
            <p:cNvPr id="9428" name="Google Shape;9428;p6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3"/>
          <p:cNvGrpSpPr/>
          <p:nvPr/>
        </p:nvGrpSpPr>
        <p:grpSpPr>
          <a:xfrm>
            <a:off x="5776154" y="3137587"/>
            <a:ext cx="317290" cy="360211"/>
            <a:chOff x="-54063050" y="2296300"/>
            <a:chExt cx="279625" cy="317450"/>
          </a:xfrm>
        </p:grpSpPr>
        <p:sp>
          <p:nvSpPr>
            <p:cNvPr id="9431" name="Google Shape;9431;p63"/>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3"/>
          <p:cNvGrpSpPr/>
          <p:nvPr/>
        </p:nvGrpSpPr>
        <p:grpSpPr>
          <a:xfrm>
            <a:off x="5776154" y="3601649"/>
            <a:ext cx="317290" cy="361033"/>
            <a:chOff x="-54061475" y="2685450"/>
            <a:chExt cx="279625" cy="318175"/>
          </a:xfrm>
        </p:grpSpPr>
        <p:sp>
          <p:nvSpPr>
            <p:cNvPr id="9436" name="Google Shape;9436;p63"/>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3"/>
          <p:cNvGrpSpPr/>
          <p:nvPr/>
        </p:nvGrpSpPr>
        <p:grpSpPr>
          <a:xfrm>
            <a:off x="8029690" y="2693967"/>
            <a:ext cx="275278" cy="361969"/>
            <a:chOff x="-52074300" y="1911950"/>
            <a:chExt cx="242600" cy="319000"/>
          </a:xfrm>
        </p:grpSpPr>
        <p:sp>
          <p:nvSpPr>
            <p:cNvPr id="9441" name="Google Shape;9441;p63"/>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3"/>
          <p:cNvGrpSpPr/>
          <p:nvPr/>
        </p:nvGrpSpPr>
        <p:grpSpPr>
          <a:xfrm>
            <a:off x="5287689" y="1305369"/>
            <a:ext cx="361998" cy="361090"/>
            <a:chOff x="-57578225" y="1904075"/>
            <a:chExt cx="319025" cy="318225"/>
          </a:xfrm>
        </p:grpSpPr>
        <p:sp>
          <p:nvSpPr>
            <p:cNvPr id="9446" name="Google Shape;9446;p6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3"/>
          <p:cNvGrpSpPr/>
          <p:nvPr/>
        </p:nvGrpSpPr>
        <p:grpSpPr>
          <a:xfrm>
            <a:off x="5310042" y="1778631"/>
            <a:ext cx="317290" cy="361090"/>
            <a:chOff x="-57558525" y="2294725"/>
            <a:chExt cx="279625" cy="318225"/>
          </a:xfrm>
        </p:grpSpPr>
        <p:sp>
          <p:nvSpPr>
            <p:cNvPr id="9451" name="Google Shape;9451;p63"/>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3"/>
          <p:cNvGrpSpPr/>
          <p:nvPr/>
        </p:nvGrpSpPr>
        <p:grpSpPr>
          <a:xfrm>
            <a:off x="5285901" y="2231215"/>
            <a:ext cx="365572" cy="361969"/>
            <a:chOff x="-57579800" y="2686975"/>
            <a:chExt cx="322175" cy="319000"/>
          </a:xfrm>
        </p:grpSpPr>
        <p:sp>
          <p:nvSpPr>
            <p:cNvPr id="9457" name="Google Shape;9457;p63"/>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63"/>
          <p:cNvGrpSpPr/>
          <p:nvPr/>
        </p:nvGrpSpPr>
        <p:grpSpPr>
          <a:xfrm>
            <a:off x="7510682" y="1778631"/>
            <a:ext cx="367359" cy="361090"/>
            <a:chOff x="-55620975" y="2294725"/>
            <a:chExt cx="323750" cy="318225"/>
          </a:xfrm>
        </p:grpSpPr>
        <p:sp>
          <p:nvSpPr>
            <p:cNvPr id="9460" name="Google Shape;9460;p63"/>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63"/>
          <p:cNvGrpSpPr/>
          <p:nvPr/>
        </p:nvGrpSpPr>
        <p:grpSpPr>
          <a:xfrm>
            <a:off x="7512923" y="2231130"/>
            <a:ext cx="362877" cy="361175"/>
            <a:chOff x="-55620175" y="2686900"/>
            <a:chExt cx="319800" cy="318300"/>
          </a:xfrm>
        </p:grpSpPr>
        <p:sp>
          <p:nvSpPr>
            <p:cNvPr id="9467" name="Google Shape;9467;p63"/>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63"/>
          <p:cNvGrpSpPr/>
          <p:nvPr/>
        </p:nvGrpSpPr>
        <p:grpSpPr>
          <a:xfrm>
            <a:off x="6198887" y="2684124"/>
            <a:ext cx="361969" cy="361090"/>
            <a:chOff x="-53690500" y="1903275"/>
            <a:chExt cx="319000" cy="318225"/>
          </a:xfrm>
        </p:grpSpPr>
        <p:sp>
          <p:nvSpPr>
            <p:cNvPr id="9472" name="Google Shape;9472;p63"/>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3"/>
          <p:cNvGrpSpPr/>
          <p:nvPr/>
        </p:nvGrpSpPr>
        <p:grpSpPr>
          <a:xfrm>
            <a:off x="6221226" y="3137587"/>
            <a:ext cx="317290" cy="359303"/>
            <a:chOff x="-53670800" y="2296300"/>
            <a:chExt cx="279625" cy="316650"/>
          </a:xfrm>
        </p:grpSpPr>
        <p:sp>
          <p:nvSpPr>
            <p:cNvPr id="9477" name="Google Shape;9477;p63"/>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3"/>
          <p:cNvGrpSpPr/>
          <p:nvPr/>
        </p:nvGrpSpPr>
        <p:grpSpPr>
          <a:xfrm>
            <a:off x="6198887" y="3602925"/>
            <a:ext cx="361969" cy="361544"/>
            <a:chOff x="-53690500" y="2686575"/>
            <a:chExt cx="319000" cy="318625"/>
          </a:xfrm>
        </p:grpSpPr>
        <p:sp>
          <p:nvSpPr>
            <p:cNvPr id="9482" name="Google Shape;9482;p63"/>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3"/>
          <p:cNvGrpSpPr/>
          <p:nvPr/>
        </p:nvGrpSpPr>
        <p:grpSpPr>
          <a:xfrm>
            <a:off x="8008669" y="3145785"/>
            <a:ext cx="317319" cy="360948"/>
            <a:chOff x="-52092425" y="2303525"/>
            <a:chExt cx="279650" cy="318100"/>
          </a:xfrm>
        </p:grpSpPr>
        <p:sp>
          <p:nvSpPr>
            <p:cNvPr id="9487" name="Google Shape;9487;p63"/>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3"/>
          <p:cNvGrpSpPr/>
          <p:nvPr/>
        </p:nvGrpSpPr>
        <p:grpSpPr>
          <a:xfrm>
            <a:off x="5727728" y="1306249"/>
            <a:ext cx="363756" cy="361090"/>
            <a:chOff x="-57189125" y="1904850"/>
            <a:chExt cx="320575" cy="318225"/>
          </a:xfrm>
        </p:grpSpPr>
        <p:sp>
          <p:nvSpPr>
            <p:cNvPr id="9493" name="Google Shape;9493;p63"/>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3"/>
          <p:cNvGrpSpPr/>
          <p:nvPr/>
        </p:nvGrpSpPr>
        <p:grpSpPr>
          <a:xfrm>
            <a:off x="5728621" y="1800985"/>
            <a:ext cx="361969" cy="316411"/>
            <a:chOff x="-57187550" y="2314425"/>
            <a:chExt cx="319000" cy="278850"/>
          </a:xfrm>
        </p:grpSpPr>
        <p:sp>
          <p:nvSpPr>
            <p:cNvPr id="9499" name="Google Shape;9499;p63"/>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3"/>
          <p:cNvGrpSpPr/>
          <p:nvPr/>
        </p:nvGrpSpPr>
        <p:grpSpPr>
          <a:xfrm>
            <a:off x="5745585" y="2230534"/>
            <a:ext cx="328042" cy="361771"/>
            <a:chOff x="-57172600" y="2686375"/>
            <a:chExt cx="289100" cy="318825"/>
          </a:xfrm>
        </p:grpSpPr>
        <p:sp>
          <p:nvSpPr>
            <p:cNvPr id="9504" name="Google Shape;9504;p63"/>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3"/>
          <p:cNvGrpSpPr/>
          <p:nvPr/>
        </p:nvGrpSpPr>
        <p:grpSpPr>
          <a:xfrm>
            <a:off x="7958434" y="1304461"/>
            <a:ext cx="361090" cy="359303"/>
            <a:chOff x="-55225575" y="1903275"/>
            <a:chExt cx="318225" cy="316650"/>
          </a:xfrm>
        </p:grpSpPr>
        <p:sp>
          <p:nvSpPr>
            <p:cNvPr id="9507" name="Google Shape;9507;p6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3"/>
          <p:cNvGrpSpPr/>
          <p:nvPr/>
        </p:nvGrpSpPr>
        <p:grpSpPr>
          <a:xfrm>
            <a:off x="7969611" y="1780418"/>
            <a:ext cx="338736" cy="359303"/>
            <a:chOff x="-55217700" y="2296300"/>
            <a:chExt cx="298525" cy="316650"/>
          </a:xfrm>
        </p:grpSpPr>
        <p:sp>
          <p:nvSpPr>
            <p:cNvPr id="9513" name="Google Shape;9513;p63"/>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3"/>
          <p:cNvGrpSpPr/>
          <p:nvPr/>
        </p:nvGrpSpPr>
        <p:grpSpPr>
          <a:xfrm>
            <a:off x="7957541" y="2233002"/>
            <a:ext cx="362877" cy="359303"/>
            <a:chOff x="-55229525" y="2688550"/>
            <a:chExt cx="319800" cy="316650"/>
          </a:xfrm>
        </p:grpSpPr>
        <p:sp>
          <p:nvSpPr>
            <p:cNvPr id="9518" name="Google Shape;9518;p63"/>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3"/>
          <p:cNvGrpSpPr/>
          <p:nvPr/>
        </p:nvGrpSpPr>
        <p:grpSpPr>
          <a:xfrm>
            <a:off x="6653760" y="2684124"/>
            <a:ext cx="338765" cy="361090"/>
            <a:chOff x="-53288825" y="1903275"/>
            <a:chExt cx="298550" cy="318225"/>
          </a:xfrm>
        </p:grpSpPr>
        <p:sp>
          <p:nvSpPr>
            <p:cNvPr id="9523" name="Google Shape;9523;p63"/>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3"/>
          <p:cNvGrpSpPr/>
          <p:nvPr/>
        </p:nvGrpSpPr>
        <p:grpSpPr>
          <a:xfrm>
            <a:off x="6642143" y="3135800"/>
            <a:ext cx="361998" cy="361090"/>
            <a:chOff x="-53299850" y="2294725"/>
            <a:chExt cx="319025" cy="318225"/>
          </a:xfrm>
        </p:grpSpPr>
        <p:sp>
          <p:nvSpPr>
            <p:cNvPr id="9527" name="Google Shape;9527;p63"/>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63"/>
          <p:cNvGrpSpPr/>
          <p:nvPr/>
        </p:nvGrpSpPr>
        <p:grpSpPr>
          <a:xfrm>
            <a:off x="6664936" y="3604259"/>
            <a:ext cx="316411" cy="360211"/>
            <a:chOff x="-53278575" y="2687750"/>
            <a:chExt cx="278850" cy="317450"/>
          </a:xfrm>
        </p:grpSpPr>
        <p:sp>
          <p:nvSpPr>
            <p:cNvPr id="9530" name="Google Shape;9530;p63"/>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3"/>
          <p:cNvGrpSpPr/>
          <p:nvPr/>
        </p:nvGrpSpPr>
        <p:grpSpPr>
          <a:xfrm>
            <a:off x="7986330" y="3603947"/>
            <a:ext cx="361998" cy="362310"/>
            <a:chOff x="-52101875" y="2687475"/>
            <a:chExt cx="319025" cy="319300"/>
          </a:xfrm>
        </p:grpSpPr>
        <p:sp>
          <p:nvSpPr>
            <p:cNvPr id="9535" name="Google Shape;9535;p63"/>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3"/>
          <p:cNvGrpSpPr/>
          <p:nvPr/>
        </p:nvGrpSpPr>
        <p:grpSpPr>
          <a:xfrm>
            <a:off x="6201079" y="1305369"/>
            <a:ext cx="317290" cy="361090"/>
            <a:chOff x="-56774050" y="1904075"/>
            <a:chExt cx="279625" cy="318225"/>
          </a:xfrm>
        </p:grpSpPr>
        <p:sp>
          <p:nvSpPr>
            <p:cNvPr id="9540" name="Google Shape;9540;p63"/>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63"/>
          <p:cNvGrpSpPr/>
          <p:nvPr/>
        </p:nvGrpSpPr>
        <p:grpSpPr>
          <a:xfrm>
            <a:off x="6201079" y="1778631"/>
            <a:ext cx="317290" cy="361090"/>
            <a:chOff x="-56774850" y="2294725"/>
            <a:chExt cx="279625" cy="318225"/>
          </a:xfrm>
        </p:grpSpPr>
        <p:sp>
          <p:nvSpPr>
            <p:cNvPr id="9543" name="Google Shape;9543;p63"/>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63"/>
          <p:cNvGrpSpPr/>
          <p:nvPr/>
        </p:nvGrpSpPr>
        <p:grpSpPr>
          <a:xfrm>
            <a:off x="6222086" y="2231215"/>
            <a:ext cx="275278" cy="360182"/>
            <a:chOff x="-56756725" y="2686975"/>
            <a:chExt cx="242600" cy="317425"/>
          </a:xfrm>
        </p:grpSpPr>
        <p:sp>
          <p:nvSpPr>
            <p:cNvPr id="9547" name="Google Shape;9547;p63"/>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3"/>
          <p:cNvGrpSpPr/>
          <p:nvPr/>
        </p:nvGrpSpPr>
        <p:grpSpPr>
          <a:xfrm>
            <a:off x="4870518" y="2684124"/>
            <a:ext cx="337346" cy="361998"/>
            <a:chOff x="-54826975" y="1903275"/>
            <a:chExt cx="297300" cy="319025"/>
          </a:xfrm>
        </p:grpSpPr>
        <p:sp>
          <p:nvSpPr>
            <p:cNvPr id="9551" name="Google Shape;9551;p63"/>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3"/>
          <p:cNvGrpSpPr/>
          <p:nvPr/>
        </p:nvGrpSpPr>
        <p:grpSpPr>
          <a:xfrm>
            <a:off x="4858206" y="3137587"/>
            <a:ext cx="361969" cy="359274"/>
            <a:chOff x="-54836500" y="2296300"/>
            <a:chExt cx="319000" cy="316625"/>
          </a:xfrm>
        </p:grpSpPr>
        <p:sp>
          <p:nvSpPr>
            <p:cNvPr id="9555" name="Google Shape;9555;p63"/>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63"/>
          <p:cNvGrpSpPr/>
          <p:nvPr/>
        </p:nvGrpSpPr>
        <p:grpSpPr>
          <a:xfrm>
            <a:off x="4879652" y="3604259"/>
            <a:ext cx="319078" cy="361090"/>
            <a:chOff x="-54817600" y="2687750"/>
            <a:chExt cx="281200" cy="318225"/>
          </a:xfrm>
        </p:grpSpPr>
        <p:sp>
          <p:nvSpPr>
            <p:cNvPr id="9560" name="Google Shape;9560;p63"/>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3"/>
          <p:cNvGrpSpPr/>
          <p:nvPr/>
        </p:nvGrpSpPr>
        <p:grpSpPr>
          <a:xfrm>
            <a:off x="7110476" y="2684124"/>
            <a:ext cx="317290" cy="359303"/>
            <a:chOff x="-52887125" y="1903275"/>
            <a:chExt cx="279625" cy="316650"/>
          </a:xfrm>
        </p:grpSpPr>
        <p:sp>
          <p:nvSpPr>
            <p:cNvPr id="9565" name="Google Shape;9565;p63"/>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63"/>
          <p:cNvGrpSpPr/>
          <p:nvPr/>
        </p:nvGrpSpPr>
        <p:grpSpPr>
          <a:xfrm>
            <a:off x="7089030" y="3134920"/>
            <a:ext cx="360182" cy="361969"/>
            <a:chOff x="-52906025" y="2293950"/>
            <a:chExt cx="317425" cy="319000"/>
          </a:xfrm>
        </p:grpSpPr>
        <p:sp>
          <p:nvSpPr>
            <p:cNvPr id="9568" name="Google Shape;9568;p63"/>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63"/>
          <p:cNvGrpSpPr/>
          <p:nvPr/>
        </p:nvGrpSpPr>
        <p:grpSpPr>
          <a:xfrm>
            <a:off x="7110476" y="3603379"/>
            <a:ext cx="317290" cy="361090"/>
            <a:chOff x="-52887125" y="2686975"/>
            <a:chExt cx="279625" cy="318225"/>
          </a:xfrm>
        </p:grpSpPr>
        <p:sp>
          <p:nvSpPr>
            <p:cNvPr id="9572" name="Google Shape;9572;p63"/>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3"/>
          <p:cNvGrpSpPr/>
          <p:nvPr/>
        </p:nvGrpSpPr>
        <p:grpSpPr>
          <a:xfrm>
            <a:off x="6220848" y="4062998"/>
            <a:ext cx="318170" cy="359303"/>
            <a:chOff x="-51722225" y="1915100"/>
            <a:chExt cx="280400" cy="316650"/>
          </a:xfrm>
        </p:grpSpPr>
        <p:sp>
          <p:nvSpPr>
            <p:cNvPr id="9577" name="Google Shape;9577;p63"/>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63"/>
          <p:cNvGrpSpPr/>
          <p:nvPr/>
        </p:nvGrpSpPr>
        <p:grpSpPr>
          <a:xfrm>
            <a:off x="6616678" y="1303695"/>
            <a:ext cx="370905" cy="360976"/>
            <a:chOff x="-56407800" y="1902600"/>
            <a:chExt cx="326875" cy="318125"/>
          </a:xfrm>
        </p:grpSpPr>
        <p:sp>
          <p:nvSpPr>
            <p:cNvPr id="9582" name="Google Shape;9582;p63"/>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3"/>
          <p:cNvGrpSpPr/>
          <p:nvPr/>
        </p:nvGrpSpPr>
        <p:grpSpPr>
          <a:xfrm>
            <a:off x="6622479" y="1790262"/>
            <a:ext cx="359303" cy="338736"/>
            <a:chOff x="-56401500" y="2304975"/>
            <a:chExt cx="316650" cy="298525"/>
          </a:xfrm>
        </p:grpSpPr>
        <p:sp>
          <p:nvSpPr>
            <p:cNvPr id="9586" name="Google Shape;9586;p63"/>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63"/>
          <p:cNvGrpSpPr/>
          <p:nvPr/>
        </p:nvGrpSpPr>
        <p:grpSpPr>
          <a:xfrm>
            <a:off x="5328863" y="2682337"/>
            <a:ext cx="319985" cy="361090"/>
            <a:chOff x="-54426150" y="1901700"/>
            <a:chExt cx="282000" cy="318225"/>
          </a:xfrm>
        </p:grpSpPr>
        <p:sp>
          <p:nvSpPr>
            <p:cNvPr id="9591" name="Google Shape;9591;p63"/>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63"/>
          <p:cNvGrpSpPr/>
          <p:nvPr/>
        </p:nvGrpSpPr>
        <p:grpSpPr>
          <a:xfrm>
            <a:off x="5328863" y="3135800"/>
            <a:ext cx="319985" cy="361998"/>
            <a:chOff x="-54426150" y="2294725"/>
            <a:chExt cx="282000" cy="319025"/>
          </a:xfrm>
        </p:grpSpPr>
        <p:sp>
          <p:nvSpPr>
            <p:cNvPr id="9596" name="Google Shape;9596;p63"/>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3"/>
          <p:cNvGrpSpPr/>
          <p:nvPr/>
        </p:nvGrpSpPr>
        <p:grpSpPr>
          <a:xfrm>
            <a:off x="5327076" y="3603379"/>
            <a:ext cx="323560" cy="361969"/>
            <a:chOff x="-54427725" y="2686975"/>
            <a:chExt cx="285150" cy="319000"/>
          </a:xfrm>
        </p:grpSpPr>
        <p:sp>
          <p:nvSpPr>
            <p:cNvPr id="9602" name="Google Shape;9602;p63"/>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63"/>
          <p:cNvGrpSpPr/>
          <p:nvPr/>
        </p:nvGrpSpPr>
        <p:grpSpPr>
          <a:xfrm>
            <a:off x="7533634" y="2684351"/>
            <a:ext cx="359303" cy="359984"/>
            <a:chOff x="-52513800" y="1903475"/>
            <a:chExt cx="316650" cy="317250"/>
          </a:xfrm>
        </p:grpSpPr>
        <p:sp>
          <p:nvSpPr>
            <p:cNvPr id="9608" name="Google Shape;9608;p63"/>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63"/>
          <p:cNvGrpSpPr/>
          <p:nvPr/>
        </p:nvGrpSpPr>
        <p:grpSpPr>
          <a:xfrm>
            <a:off x="7543464" y="3136708"/>
            <a:ext cx="339644" cy="360182"/>
            <a:chOff x="-52505925" y="2295525"/>
            <a:chExt cx="299325" cy="317425"/>
          </a:xfrm>
        </p:grpSpPr>
        <p:sp>
          <p:nvSpPr>
            <p:cNvPr id="9611" name="Google Shape;9611;p63"/>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63"/>
          <p:cNvGrpSpPr/>
          <p:nvPr/>
        </p:nvGrpSpPr>
        <p:grpSpPr>
          <a:xfrm>
            <a:off x="7554641" y="3603379"/>
            <a:ext cx="317290" cy="361090"/>
            <a:chOff x="-52494100" y="2686975"/>
            <a:chExt cx="279625" cy="318225"/>
          </a:xfrm>
        </p:grpSpPr>
        <p:sp>
          <p:nvSpPr>
            <p:cNvPr id="9616" name="Google Shape;9616;p63"/>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3"/>
          <p:cNvGrpSpPr/>
          <p:nvPr/>
        </p:nvGrpSpPr>
        <p:grpSpPr>
          <a:xfrm>
            <a:off x="6665412" y="4064322"/>
            <a:ext cx="315503" cy="361090"/>
            <a:chOff x="-51708850" y="2305750"/>
            <a:chExt cx="278050" cy="318225"/>
          </a:xfrm>
        </p:grpSpPr>
        <p:sp>
          <p:nvSpPr>
            <p:cNvPr id="9621" name="Google Shape;9621;p63"/>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3"/>
          <p:cNvGrpSpPr/>
          <p:nvPr/>
        </p:nvGrpSpPr>
        <p:grpSpPr>
          <a:xfrm>
            <a:off x="7536807" y="1306109"/>
            <a:ext cx="319089" cy="362073"/>
            <a:chOff x="1044400" y="2917425"/>
            <a:chExt cx="248125" cy="281550"/>
          </a:xfrm>
        </p:grpSpPr>
        <p:sp>
          <p:nvSpPr>
            <p:cNvPr id="9625" name="Google Shape;9625;p63"/>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630" name="Google Shape;9630;p63"/>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631" name="Google Shape;9631;p63"/>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632" name="Google Shape;9632;p63"/>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4" name="Google Shape;9634;p63"/>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38" name="Shape 9638"/>
        <p:cNvGrpSpPr/>
        <p:nvPr/>
      </p:nvGrpSpPr>
      <p:grpSpPr>
        <a:xfrm>
          <a:off x="0" y="0"/>
          <a:ext cx="0" cy="0"/>
          <a:chOff x="0" y="0"/>
          <a:chExt cx="0" cy="0"/>
        </a:xfrm>
      </p:grpSpPr>
      <p:sp>
        <p:nvSpPr>
          <p:cNvPr id="9639" name="Google Shape;9639;p64"/>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640" name="Google Shape;9640;p64"/>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641" name="Google Shape;9641;p64"/>
          <p:cNvGrpSpPr/>
          <p:nvPr/>
        </p:nvGrpSpPr>
        <p:grpSpPr>
          <a:xfrm>
            <a:off x="889109" y="1303003"/>
            <a:ext cx="278288" cy="357036"/>
            <a:chOff x="-50489600" y="1947400"/>
            <a:chExt cx="233150" cy="299125"/>
          </a:xfrm>
        </p:grpSpPr>
        <p:sp>
          <p:nvSpPr>
            <p:cNvPr id="9642" name="Google Shape;9642;p64"/>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4"/>
          <p:cNvGrpSpPr/>
          <p:nvPr/>
        </p:nvGrpSpPr>
        <p:grpSpPr>
          <a:xfrm>
            <a:off x="849616" y="1757960"/>
            <a:ext cx="357274" cy="358199"/>
            <a:chOff x="-50523475" y="2316000"/>
            <a:chExt cx="299325" cy="300100"/>
          </a:xfrm>
        </p:grpSpPr>
        <p:sp>
          <p:nvSpPr>
            <p:cNvPr id="9645" name="Google Shape;9645;p6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64"/>
          <p:cNvGrpSpPr/>
          <p:nvPr/>
        </p:nvGrpSpPr>
        <p:grpSpPr>
          <a:xfrm>
            <a:off x="848213" y="2207269"/>
            <a:ext cx="360079" cy="357304"/>
            <a:chOff x="-50524250" y="2686150"/>
            <a:chExt cx="301675" cy="299350"/>
          </a:xfrm>
        </p:grpSpPr>
        <p:sp>
          <p:nvSpPr>
            <p:cNvPr id="9648" name="Google Shape;9648;p6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64"/>
          <p:cNvGrpSpPr/>
          <p:nvPr/>
        </p:nvGrpSpPr>
        <p:grpSpPr>
          <a:xfrm>
            <a:off x="3070976" y="1333082"/>
            <a:ext cx="358199" cy="359154"/>
            <a:chOff x="-48633950" y="1972600"/>
            <a:chExt cx="300100" cy="300900"/>
          </a:xfrm>
        </p:grpSpPr>
        <p:sp>
          <p:nvSpPr>
            <p:cNvPr id="9655" name="Google Shape;9655;p64"/>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64"/>
          <p:cNvGrpSpPr/>
          <p:nvPr/>
        </p:nvGrpSpPr>
        <p:grpSpPr>
          <a:xfrm>
            <a:off x="3071439" y="2237377"/>
            <a:ext cx="357274" cy="357274"/>
            <a:chOff x="-48633175" y="2711375"/>
            <a:chExt cx="299325" cy="299325"/>
          </a:xfrm>
        </p:grpSpPr>
        <p:sp>
          <p:nvSpPr>
            <p:cNvPr id="9658" name="Google Shape;9658;p64"/>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4"/>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64"/>
          <p:cNvGrpSpPr/>
          <p:nvPr/>
        </p:nvGrpSpPr>
        <p:grpSpPr>
          <a:xfrm>
            <a:off x="1757928" y="2689329"/>
            <a:ext cx="314006" cy="358229"/>
            <a:chOff x="-46753100" y="1965500"/>
            <a:chExt cx="263075" cy="300125"/>
          </a:xfrm>
        </p:grpSpPr>
        <p:sp>
          <p:nvSpPr>
            <p:cNvPr id="9661" name="Google Shape;9661;p64"/>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4"/>
          <p:cNvGrpSpPr/>
          <p:nvPr/>
        </p:nvGrpSpPr>
        <p:grpSpPr>
          <a:xfrm>
            <a:off x="1735354" y="3156542"/>
            <a:ext cx="359154" cy="315916"/>
            <a:chOff x="-46772025" y="2350650"/>
            <a:chExt cx="300900" cy="264675"/>
          </a:xfrm>
        </p:grpSpPr>
        <p:sp>
          <p:nvSpPr>
            <p:cNvPr id="9664" name="Google Shape;9664;p64"/>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4"/>
          <p:cNvGrpSpPr/>
          <p:nvPr/>
        </p:nvGrpSpPr>
        <p:grpSpPr>
          <a:xfrm>
            <a:off x="1735354" y="3590820"/>
            <a:ext cx="359154" cy="359154"/>
            <a:chOff x="-46772025" y="2701925"/>
            <a:chExt cx="300900" cy="300900"/>
          </a:xfrm>
        </p:grpSpPr>
        <p:sp>
          <p:nvSpPr>
            <p:cNvPr id="9667" name="Google Shape;9667;p64"/>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9" name="Google Shape;9669;p64"/>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0" name="Google Shape;9670;p64"/>
          <p:cNvGrpSpPr/>
          <p:nvPr/>
        </p:nvGrpSpPr>
        <p:grpSpPr>
          <a:xfrm>
            <a:off x="1293035" y="1303928"/>
            <a:ext cx="358199" cy="359154"/>
            <a:chOff x="-50154075" y="1948175"/>
            <a:chExt cx="300100" cy="300900"/>
          </a:xfrm>
        </p:grpSpPr>
        <p:sp>
          <p:nvSpPr>
            <p:cNvPr id="9671" name="Google Shape;9671;p64"/>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64"/>
          <p:cNvGrpSpPr/>
          <p:nvPr/>
        </p:nvGrpSpPr>
        <p:grpSpPr>
          <a:xfrm>
            <a:off x="1293035" y="1758885"/>
            <a:ext cx="358199" cy="358229"/>
            <a:chOff x="-50154850" y="2316775"/>
            <a:chExt cx="300100" cy="300125"/>
          </a:xfrm>
        </p:grpSpPr>
        <p:sp>
          <p:nvSpPr>
            <p:cNvPr id="9674" name="Google Shape;9674;p64"/>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4"/>
          <p:cNvGrpSpPr/>
          <p:nvPr/>
        </p:nvGrpSpPr>
        <p:grpSpPr>
          <a:xfrm>
            <a:off x="1288813" y="2205896"/>
            <a:ext cx="366644" cy="356558"/>
            <a:chOff x="-50158000" y="2685000"/>
            <a:chExt cx="307175" cy="298725"/>
          </a:xfrm>
        </p:grpSpPr>
        <p:sp>
          <p:nvSpPr>
            <p:cNvPr id="9677" name="Google Shape;9677;p64"/>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4"/>
          <p:cNvGrpSpPr/>
          <p:nvPr/>
        </p:nvGrpSpPr>
        <p:grpSpPr>
          <a:xfrm>
            <a:off x="3070499" y="1788993"/>
            <a:ext cx="359154" cy="361004"/>
            <a:chOff x="-48634750" y="2342000"/>
            <a:chExt cx="300900" cy="302450"/>
          </a:xfrm>
        </p:grpSpPr>
        <p:sp>
          <p:nvSpPr>
            <p:cNvPr id="9680" name="Google Shape;9680;p64"/>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4"/>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4"/>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4"/>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64"/>
          <p:cNvGrpSpPr/>
          <p:nvPr/>
        </p:nvGrpSpPr>
        <p:grpSpPr>
          <a:xfrm>
            <a:off x="3521599" y="1334007"/>
            <a:ext cx="361004" cy="358229"/>
            <a:chOff x="-48266125" y="1973375"/>
            <a:chExt cx="302450" cy="300125"/>
          </a:xfrm>
        </p:grpSpPr>
        <p:sp>
          <p:nvSpPr>
            <p:cNvPr id="9689" name="Google Shape;9689;p64"/>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4"/>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4"/>
          <p:cNvGrpSpPr/>
          <p:nvPr/>
        </p:nvGrpSpPr>
        <p:grpSpPr>
          <a:xfrm>
            <a:off x="3548844" y="1789769"/>
            <a:ext cx="306516" cy="358349"/>
            <a:chOff x="-48237000" y="2342650"/>
            <a:chExt cx="256800" cy="300225"/>
          </a:xfrm>
        </p:grpSpPr>
        <p:sp>
          <p:nvSpPr>
            <p:cNvPr id="9696" name="Google Shape;9696;p64"/>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4"/>
          <p:cNvGrpSpPr/>
          <p:nvPr/>
        </p:nvGrpSpPr>
        <p:grpSpPr>
          <a:xfrm>
            <a:off x="2180338" y="2690046"/>
            <a:ext cx="361034" cy="355633"/>
            <a:chOff x="-46404975" y="1966100"/>
            <a:chExt cx="302475" cy="297950"/>
          </a:xfrm>
        </p:grpSpPr>
        <p:sp>
          <p:nvSpPr>
            <p:cNvPr id="9700" name="Google Shape;9700;p64"/>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64"/>
          <p:cNvGrpSpPr/>
          <p:nvPr/>
        </p:nvGrpSpPr>
        <p:grpSpPr>
          <a:xfrm>
            <a:off x="2181740" y="3135863"/>
            <a:ext cx="358229" cy="358199"/>
            <a:chOff x="-46401050" y="2333325"/>
            <a:chExt cx="300125" cy="300100"/>
          </a:xfrm>
        </p:grpSpPr>
        <p:sp>
          <p:nvSpPr>
            <p:cNvPr id="9705" name="Google Shape;9705;p64"/>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4"/>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64"/>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0" name="Google Shape;9710;p64"/>
          <p:cNvGrpSpPr/>
          <p:nvPr/>
        </p:nvGrpSpPr>
        <p:grpSpPr>
          <a:xfrm>
            <a:off x="3961830" y="3146218"/>
            <a:ext cx="359154" cy="359124"/>
            <a:chOff x="-44914800" y="2342000"/>
            <a:chExt cx="300900" cy="300875"/>
          </a:xfrm>
        </p:grpSpPr>
        <p:sp>
          <p:nvSpPr>
            <p:cNvPr id="9711" name="Google Shape;9711;p64"/>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4" name="Google Shape;9714;p64"/>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64"/>
          <p:cNvGrpSpPr/>
          <p:nvPr/>
        </p:nvGrpSpPr>
        <p:grpSpPr>
          <a:xfrm>
            <a:off x="1735816" y="1758736"/>
            <a:ext cx="359154" cy="357424"/>
            <a:chOff x="-49786250" y="2316650"/>
            <a:chExt cx="300900" cy="299450"/>
          </a:xfrm>
        </p:grpSpPr>
        <p:sp>
          <p:nvSpPr>
            <p:cNvPr id="9716" name="Google Shape;9716;p64"/>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4"/>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3" name="Google Shape;9723;p64"/>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64"/>
          <p:cNvGrpSpPr/>
          <p:nvPr/>
        </p:nvGrpSpPr>
        <p:grpSpPr>
          <a:xfrm>
            <a:off x="4033144" y="1788993"/>
            <a:ext cx="230365" cy="359124"/>
            <a:chOff x="-47842400" y="2342000"/>
            <a:chExt cx="193000" cy="300875"/>
          </a:xfrm>
        </p:grpSpPr>
        <p:sp>
          <p:nvSpPr>
            <p:cNvPr id="9726" name="Google Shape;9726;p64"/>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4"/>
          <p:cNvGrpSpPr/>
          <p:nvPr/>
        </p:nvGrpSpPr>
        <p:grpSpPr>
          <a:xfrm>
            <a:off x="3969212" y="2236452"/>
            <a:ext cx="358229" cy="359154"/>
            <a:chOff x="-47896750" y="2710600"/>
            <a:chExt cx="300125" cy="300900"/>
          </a:xfrm>
        </p:grpSpPr>
        <p:sp>
          <p:nvSpPr>
            <p:cNvPr id="9730" name="Google Shape;9730;p64"/>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64"/>
          <p:cNvGrpSpPr/>
          <p:nvPr/>
        </p:nvGrpSpPr>
        <p:grpSpPr>
          <a:xfrm>
            <a:off x="2624852" y="2710009"/>
            <a:ext cx="359154" cy="314991"/>
            <a:chOff x="-46033225" y="1982825"/>
            <a:chExt cx="300900" cy="263900"/>
          </a:xfrm>
        </p:grpSpPr>
        <p:sp>
          <p:nvSpPr>
            <p:cNvPr id="9735" name="Google Shape;9735;p64"/>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64"/>
          <p:cNvGrpSpPr/>
          <p:nvPr/>
        </p:nvGrpSpPr>
        <p:grpSpPr>
          <a:xfrm>
            <a:off x="2621569" y="3137266"/>
            <a:ext cx="365719" cy="326151"/>
            <a:chOff x="-46034000" y="2334500"/>
            <a:chExt cx="306400" cy="273250"/>
          </a:xfrm>
        </p:grpSpPr>
        <p:sp>
          <p:nvSpPr>
            <p:cNvPr id="9739" name="Google Shape;9739;p64"/>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4"/>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64"/>
          <p:cNvGrpSpPr/>
          <p:nvPr/>
        </p:nvGrpSpPr>
        <p:grpSpPr>
          <a:xfrm>
            <a:off x="2667627" y="3591655"/>
            <a:ext cx="273603" cy="356439"/>
            <a:chOff x="-45998575" y="2702625"/>
            <a:chExt cx="229225" cy="298625"/>
          </a:xfrm>
        </p:grpSpPr>
        <p:sp>
          <p:nvSpPr>
            <p:cNvPr id="9743" name="Google Shape;9743;p64"/>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4"/>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4"/>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0" name="Google Shape;9750;p64"/>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2" name="Google Shape;9752;p64"/>
          <p:cNvGrpSpPr/>
          <p:nvPr/>
        </p:nvGrpSpPr>
        <p:grpSpPr>
          <a:xfrm>
            <a:off x="2203197" y="2205419"/>
            <a:ext cx="314961" cy="361034"/>
            <a:chOff x="-49398750" y="2684600"/>
            <a:chExt cx="263875" cy="302475"/>
          </a:xfrm>
        </p:grpSpPr>
        <p:sp>
          <p:nvSpPr>
            <p:cNvPr id="9753" name="Google Shape;9753;p6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64"/>
          <p:cNvGrpSpPr/>
          <p:nvPr/>
        </p:nvGrpSpPr>
        <p:grpSpPr>
          <a:xfrm>
            <a:off x="873121" y="2699684"/>
            <a:ext cx="314006" cy="359154"/>
            <a:chOff x="-47509225" y="1974175"/>
            <a:chExt cx="263075" cy="300900"/>
          </a:xfrm>
        </p:grpSpPr>
        <p:sp>
          <p:nvSpPr>
            <p:cNvPr id="9757" name="Google Shape;9757;p6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4"/>
          <p:cNvGrpSpPr/>
          <p:nvPr/>
        </p:nvGrpSpPr>
        <p:grpSpPr>
          <a:xfrm>
            <a:off x="849622" y="3146218"/>
            <a:ext cx="361004" cy="357961"/>
            <a:chOff x="-47529700" y="2342000"/>
            <a:chExt cx="302450" cy="299900"/>
          </a:xfrm>
        </p:grpSpPr>
        <p:sp>
          <p:nvSpPr>
            <p:cNvPr id="9763" name="Google Shape;9763;p64"/>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64"/>
          <p:cNvGrpSpPr/>
          <p:nvPr/>
        </p:nvGrpSpPr>
        <p:grpSpPr>
          <a:xfrm>
            <a:off x="851025" y="3645367"/>
            <a:ext cx="358199" cy="272648"/>
            <a:chOff x="-47527350" y="2747625"/>
            <a:chExt cx="300100" cy="228425"/>
          </a:xfrm>
        </p:grpSpPr>
        <p:sp>
          <p:nvSpPr>
            <p:cNvPr id="9766" name="Google Shape;9766;p64"/>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2" name="Google Shape;9772;p64"/>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3" name="Google Shape;9773;p64"/>
          <p:cNvGrpSpPr/>
          <p:nvPr/>
        </p:nvGrpSpPr>
        <p:grpSpPr>
          <a:xfrm>
            <a:off x="3073924" y="3158422"/>
            <a:ext cx="358229" cy="314961"/>
            <a:chOff x="-45664625" y="2352225"/>
            <a:chExt cx="300125" cy="263875"/>
          </a:xfrm>
        </p:grpSpPr>
        <p:sp>
          <p:nvSpPr>
            <p:cNvPr id="9774" name="Google Shape;9774;p64"/>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4"/>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4"/>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4"/>
          <p:cNvGrpSpPr/>
          <p:nvPr/>
        </p:nvGrpSpPr>
        <p:grpSpPr>
          <a:xfrm>
            <a:off x="3073103" y="3592401"/>
            <a:ext cx="359870" cy="357573"/>
            <a:chOff x="-45665400" y="2703250"/>
            <a:chExt cx="301500" cy="299575"/>
          </a:xfrm>
        </p:grpSpPr>
        <p:sp>
          <p:nvSpPr>
            <p:cNvPr id="9782" name="Google Shape;9782;p64"/>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4"/>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64"/>
          <p:cNvGrpSpPr/>
          <p:nvPr/>
        </p:nvGrpSpPr>
        <p:grpSpPr>
          <a:xfrm>
            <a:off x="2174760" y="4033337"/>
            <a:ext cx="359154" cy="360109"/>
            <a:chOff x="-44528075" y="1982825"/>
            <a:chExt cx="300900" cy="301700"/>
          </a:xfrm>
        </p:grpSpPr>
        <p:sp>
          <p:nvSpPr>
            <p:cNvPr id="9787" name="Google Shape;9787;p64"/>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4" name="Google Shape;9794;p64"/>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64"/>
          <p:cNvGrpSpPr/>
          <p:nvPr/>
        </p:nvGrpSpPr>
        <p:grpSpPr>
          <a:xfrm>
            <a:off x="2625923" y="1758885"/>
            <a:ext cx="358199" cy="358229"/>
            <a:chOff x="-49048250" y="2316775"/>
            <a:chExt cx="300100" cy="300125"/>
          </a:xfrm>
        </p:grpSpPr>
        <p:sp>
          <p:nvSpPr>
            <p:cNvPr id="9796" name="Google Shape;9796;p64"/>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0" name="Google Shape;9800;p64"/>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1" name="Google Shape;9801;p64"/>
          <p:cNvGrpSpPr/>
          <p:nvPr/>
        </p:nvGrpSpPr>
        <p:grpSpPr>
          <a:xfrm>
            <a:off x="1290494" y="2699684"/>
            <a:ext cx="360109" cy="358199"/>
            <a:chOff x="-47160325" y="1974175"/>
            <a:chExt cx="301700" cy="300100"/>
          </a:xfrm>
        </p:grpSpPr>
        <p:sp>
          <p:nvSpPr>
            <p:cNvPr id="9802" name="Google Shape;9802;p6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64"/>
          <p:cNvGrpSpPr/>
          <p:nvPr/>
        </p:nvGrpSpPr>
        <p:grpSpPr>
          <a:xfrm>
            <a:off x="1290971" y="3146218"/>
            <a:ext cx="359154" cy="359124"/>
            <a:chOff x="-47159525" y="2342000"/>
            <a:chExt cx="300900" cy="300875"/>
          </a:xfrm>
        </p:grpSpPr>
        <p:sp>
          <p:nvSpPr>
            <p:cNvPr id="9805" name="Google Shape;9805;p64"/>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4"/>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64"/>
          <p:cNvGrpSpPr/>
          <p:nvPr/>
        </p:nvGrpSpPr>
        <p:grpSpPr>
          <a:xfrm>
            <a:off x="1291448" y="3603054"/>
            <a:ext cx="358199" cy="359154"/>
            <a:chOff x="-47157950" y="2712175"/>
            <a:chExt cx="300100" cy="300900"/>
          </a:xfrm>
        </p:grpSpPr>
        <p:sp>
          <p:nvSpPr>
            <p:cNvPr id="9811" name="Google Shape;9811;p64"/>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8" name="Google Shape;9818;p64"/>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9" name="Google Shape;9819;p64"/>
          <p:cNvGrpSpPr/>
          <p:nvPr/>
        </p:nvGrpSpPr>
        <p:grpSpPr>
          <a:xfrm>
            <a:off x="3535175" y="3135863"/>
            <a:ext cx="315886" cy="358199"/>
            <a:chOff x="-45278675" y="2333325"/>
            <a:chExt cx="264650" cy="300100"/>
          </a:xfrm>
        </p:grpSpPr>
        <p:sp>
          <p:nvSpPr>
            <p:cNvPr id="9820" name="Google Shape;9820;p64"/>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4"/>
          <p:cNvGrpSpPr/>
          <p:nvPr/>
        </p:nvGrpSpPr>
        <p:grpSpPr>
          <a:xfrm>
            <a:off x="3545500" y="3590820"/>
            <a:ext cx="295237" cy="358229"/>
            <a:chOff x="-45270025" y="2701925"/>
            <a:chExt cx="247350" cy="300125"/>
          </a:xfrm>
        </p:grpSpPr>
        <p:sp>
          <p:nvSpPr>
            <p:cNvPr id="9825" name="Google Shape;9825;p64"/>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9" name="Google Shape;9829;p64"/>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0" name="Google Shape;9830;p64"/>
          <p:cNvGrpSpPr/>
          <p:nvPr/>
        </p:nvGrpSpPr>
        <p:grpSpPr>
          <a:xfrm>
            <a:off x="2209567" y="1743737"/>
            <a:ext cx="307444" cy="366556"/>
            <a:chOff x="2209567" y="1972337"/>
            <a:chExt cx="307444" cy="366556"/>
          </a:xfrm>
        </p:grpSpPr>
        <p:sp>
          <p:nvSpPr>
            <p:cNvPr id="9831" name="Google Shape;9831;p64"/>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64"/>
            <p:cNvGrpSpPr/>
            <p:nvPr/>
          </p:nvGrpSpPr>
          <p:grpSpPr>
            <a:xfrm>
              <a:off x="2209567" y="2078266"/>
              <a:ext cx="307444" cy="260626"/>
              <a:chOff x="1636184" y="2959225"/>
              <a:chExt cx="232666" cy="197250"/>
            </a:xfrm>
          </p:grpSpPr>
          <p:sp>
            <p:nvSpPr>
              <p:cNvPr id="9835" name="Google Shape;9835;p64"/>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9838" name="Google Shape;9838;p64"/>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9839" name="Google Shape;9839;p64"/>
          <p:cNvGrpSpPr/>
          <p:nvPr/>
        </p:nvGrpSpPr>
        <p:grpSpPr>
          <a:xfrm>
            <a:off x="3577265" y="2235011"/>
            <a:ext cx="258542" cy="365154"/>
            <a:chOff x="-47300587" y="123275"/>
            <a:chExt cx="190975" cy="269725"/>
          </a:xfrm>
        </p:grpSpPr>
        <p:sp>
          <p:nvSpPr>
            <p:cNvPr id="9840" name="Google Shape;9840;p64"/>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4"/>
          <p:cNvGrpSpPr/>
          <p:nvPr/>
        </p:nvGrpSpPr>
        <p:grpSpPr>
          <a:xfrm>
            <a:off x="4870788" y="1304201"/>
            <a:ext cx="342328" cy="339793"/>
            <a:chOff x="-13966675" y="1639700"/>
            <a:chExt cx="354450" cy="351825"/>
          </a:xfrm>
        </p:grpSpPr>
        <p:sp>
          <p:nvSpPr>
            <p:cNvPr id="9846" name="Google Shape;9846;p6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1" name="Google Shape;9851;p64"/>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3" name="Google Shape;9853;p64"/>
          <p:cNvGrpSpPr/>
          <p:nvPr/>
        </p:nvGrpSpPr>
        <p:grpSpPr>
          <a:xfrm>
            <a:off x="6667277" y="1303887"/>
            <a:ext cx="340034" cy="340420"/>
            <a:chOff x="-12199250" y="1662675"/>
            <a:chExt cx="352075" cy="352475"/>
          </a:xfrm>
        </p:grpSpPr>
        <p:sp>
          <p:nvSpPr>
            <p:cNvPr id="9854" name="Google Shape;9854;p6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64"/>
          <p:cNvGrpSpPr/>
          <p:nvPr/>
        </p:nvGrpSpPr>
        <p:grpSpPr>
          <a:xfrm>
            <a:off x="6666130" y="1710754"/>
            <a:ext cx="342328" cy="342328"/>
            <a:chOff x="-12199250" y="2096250"/>
            <a:chExt cx="354450" cy="354450"/>
          </a:xfrm>
        </p:grpSpPr>
        <p:sp>
          <p:nvSpPr>
            <p:cNvPr id="9858" name="Google Shape;9858;p6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64"/>
          <p:cNvGrpSpPr/>
          <p:nvPr/>
        </p:nvGrpSpPr>
        <p:grpSpPr>
          <a:xfrm>
            <a:off x="6667277" y="2119708"/>
            <a:ext cx="340034" cy="341579"/>
            <a:chOff x="-12199250" y="2530225"/>
            <a:chExt cx="352075" cy="353675"/>
          </a:xfrm>
        </p:grpSpPr>
        <p:sp>
          <p:nvSpPr>
            <p:cNvPr id="9861" name="Google Shape;9861;p6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5" name="Google Shape;9865;p64"/>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6" name="Google Shape;9866;p64"/>
          <p:cNvGrpSpPr/>
          <p:nvPr/>
        </p:nvGrpSpPr>
        <p:grpSpPr>
          <a:xfrm>
            <a:off x="4870788" y="2959488"/>
            <a:ext cx="342328" cy="339310"/>
            <a:chOff x="-10462550" y="2057650"/>
            <a:chExt cx="354450" cy="351325"/>
          </a:xfrm>
        </p:grpSpPr>
        <p:sp>
          <p:nvSpPr>
            <p:cNvPr id="9867" name="Google Shape;9867;p6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64"/>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64"/>
          <p:cNvGrpSpPr/>
          <p:nvPr/>
        </p:nvGrpSpPr>
        <p:grpSpPr>
          <a:xfrm>
            <a:off x="6649772" y="2551051"/>
            <a:ext cx="375044" cy="340541"/>
            <a:chOff x="-8692750" y="1622100"/>
            <a:chExt cx="388325" cy="352600"/>
          </a:xfrm>
        </p:grpSpPr>
        <p:sp>
          <p:nvSpPr>
            <p:cNvPr id="9871" name="Google Shape;9871;p6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4"/>
          <p:cNvGrpSpPr/>
          <p:nvPr/>
        </p:nvGrpSpPr>
        <p:grpSpPr>
          <a:xfrm>
            <a:off x="5304253" y="1303307"/>
            <a:ext cx="341555" cy="341579"/>
            <a:chOff x="-13529550" y="1639425"/>
            <a:chExt cx="353650" cy="353675"/>
          </a:xfrm>
        </p:grpSpPr>
        <p:sp>
          <p:nvSpPr>
            <p:cNvPr id="9874" name="Google Shape;9874;p6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4"/>
          <p:cNvGrpSpPr/>
          <p:nvPr/>
        </p:nvGrpSpPr>
        <p:grpSpPr>
          <a:xfrm>
            <a:off x="5303106" y="1711889"/>
            <a:ext cx="343849" cy="340058"/>
            <a:chOff x="-13531925" y="2075775"/>
            <a:chExt cx="356025" cy="352100"/>
          </a:xfrm>
        </p:grpSpPr>
        <p:sp>
          <p:nvSpPr>
            <p:cNvPr id="9883" name="Google Shape;9883;p6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64"/>
          <p:cNvGrpSpPr/>
          <p:nvPr/>
        </p:nvGrpSpPr>
        <p:grpSpPr>
          <a:xfrm>
            <a:off x="5304627" y="2120094"/>
            <a:ext cx="340807" cy="340807"/>
            <a:chOff x="-13528775" y="2507400"/>
            <a:chExt cx="352875" cy="352875"/>
          </a:xfrm>
        </p:grpSpPr>
        <p:sp>
          <p:nvSpPr>
            <p:cNvPr id="9886" name="Google Shape;9886;p6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64"/>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64"/>
          <p:cNvGrpSpPr/>
          <p:nvPr/>
        </p:nvGrpSpPr>
        <p:grpSpPr>
          <a:xfrm>
            <a:off x="7140133" y="2119708"/>
            <a:ext cx="308090" cy="341579"/>
            <a:chOff x="-11747150" y="2530225"/>
            <a:chExt cx="319000" cy="353675"/>
          </a:xfrm>
        </p:grpSpPr>
        <p:sp>
          <p:nvSpPr>
            <p:cNvPr id="9892" name="Google Shape;9892;p6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4"/>
          <p:cNvGrpSpPr/>
          <p:nvPr/>
        </p:nvGrpSpPr>
        <p:grpSpPr>
          <a:xfrm>
            <a:off x="5304627" y="2550919"/>
            <a:ext cx="340807" cy="340807"/>
            <a:chOff x="-10027775" y="1622900"/>
            <a:chExt cx="352875" cy="352875"/>
          </a:xfrm>
        </p:grpSpPr>
        <p:sp>
          <p:nvSpPr>
            <p:cNvPr id="9895" name="Google Shape;9895;p6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1" name="Google Shape;9901;p64"/>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2" name="Google Shape;9902;p64"/>
          <p:cNvGrpSpPr/>
          <p:nvPr/>
        </p:nvGrpSpPr>
        <p:grpSpPr>
          <a:xfrm>
            <a:off x="8031595" y="2576583"/>
            <a:ext cx="322553" cy="342328"/>
            <a:chOff x="-10019125" y="2490075"/>
            <a:chExt cx="333975" cy="354450"/>
          </a:xfrm>
        </p:grpSpPr>
        <p:sp>
          <p:nvSpPr>
            <p:cNvPr id="9903" name="Google Shape;9903;p6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4"/>
          <p:cNvGrpSpPr/>
          <p:nvPr/>
        </p:nvGrpSpPr>
        <p:grpSpPr>
          <a:xfrm>
            <a:off x="6661180" y="2957593"/>
            <a:ext cx="352227" cy="343100"/>
            <a:chOff x="-8684100" y="2032450"/>
            <a:chExt cx="364700" cy="355250"/>
          </a:xfrm>
        </p:grpSpPr>
        <p:sp>
          <p:nvSpPr>
            <p:cNvPr id="9908" name="Google Shape;9908;p6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1" name="Google Shape;9911;p64"/>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64"/>
          <p:cNvGrpSpPr/>
          <p:nvPr/>
        </p:nvGrpSpPr>
        <p:grpSpPr>
          <a:xfrm>
            <a:off x="5752039" y="1711056"/>
            <a:ext cx="343849" cy="341724"/>
            <a:chOff x="-13095575" y="2073400"/>
            <a:chExt cx="356025" cy="353825"/>
          </a:xfrm>
        </p:grpSpPr>
        <p:sp>
          <p:nvSpPr>
            <p:cNvPr id="9913" name="Google Shape;9913;p6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1" name="Google Shape;9921;p64"/>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2" name="Google Shape;9922;p64"/>
          <p:cNvGrpSpPr/>
          <p:nvPr/>
        </p:nvGrpSpPr>
        <p:grpSpPr>
          <a:xfrm>
            <a:off x="7576787" y="1302885"/>
            <a:ext cx="343100" cy="342424"/>
            <a:chOff x="-11332875" y="1660700"/>
            <a:chExt cx="355250" cy="354550"/>
          </a:xfrm>
        </p:grpSpPr>
        <p:sp>
          <p:nvSpPr>
            <p:cNvPr id="9923" name="Google Shape;9923;p6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7" name="Google Shape;9927;p64"/>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9" name="Google Shape;9929;p64"/>
          <p:cNvGrpSpPr/>
          <p:nvPr/>
        </p:nvGrpSpPr>
        <p:grpSpPr>
          <a:xfrm>
            <a:off x="5774096" y="2549397"/>
            <a:ext cx="299736" cy="343849"/>
            <a:chOff x="-9570950" y="1622100"/>
            <a:chExt cx="310350" cy="356025"/>
          </a:xfrm>
        </p:grpSpPr>
        <p:sp>
          <p:nvSpPr>
            <p:cNvPr id="9930" name="Google Shape;9930;p6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4"/>
          <p:cNvGrpSpPr/>
          <p:nvPr/>
        </p:nvGrpSpPr>
        <p:grpSpPr>
          <a:xfrm>
            <a:off x="5752800" y="2958353"/>
            <a:ext cx="342328" cy="341579"/>
            <a:chOff x="-9594575" y="2056875"/>
            <a:chExt cx="354450" cy="353675"/>
          </a:xfrm>
        </p:grpSpPr>
        <p:sp>
          <p:nvSpPr>
            <p:cNvPr id="9933" name="Google Shape;9933;p6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6" name="Google Shape;9936;p64"/>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7" name="Google Shape;9937;p64"/>
          <p:cNvGrpSpPr/>
          <p:nvPr/>
        </p:nvGrpSpPr>
        <p:grpSpPr>
          <a:xfrm>
            <a:off x="6208482" y="1303693"/>
            <a:ext cx="342328" cy="340807"/>
            <a:chOff x="-12661600" y="1640225"/>
            <a:chExt cx="354450" cy="352875"/>
          </a:xfrm>
        </p:grpSpPr>
        <p:sp>
          <p:nvSpPr>
            <p:cNvPr id="9938" name="Google Shape;9938;p6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4"/>
          <p:cNvGrpSpPr/>
          <p:nvPr/>
        </p:nvGrpSpPr>
        <p:grpSpPr>
          <a:xfrm>
            <a:off x="6208857" y="1732231"/>
            <a:ext cx="341579" cy="299374"/>
            <a:chOff x="-12660025" y="2096250"/>
            <a:chExt cx="353675" cy="309975"/>
          </a:xfrm>
        </p:grpSpPr>
        <p:sp>
          <p:nvSpPr>
            <p:cNvPr id="9942" name="Google Shape;9942;p6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64"/>
          <p:cNvGrpSpPr/>
          <p:nvPr/>
        </p:nvGrpSpPr>
        <p:grpSpPr>
          <a:xfrm>
            <a:off x="6207335" y="2119527"/>
            <a:ext cx="344622" cy="341941"/>
            <a:chOff x="-12663175" y="2506800"/>
            <a:chExt cx="356825" cy="354050"/>
          </a:xfrm>
        </p:grpSpPr>
        <p:sp>
          <p:nvSpPr>
            <p:cNvPr id="9949" name="Google Shape;9949;p6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64"/>
          <p:cNvGrpSpPr/>
          <p:nvPr/>
        </p:nvGrpSpPr>
        <p:grpSpPr>
          <a:xfrm>
            <a:off x="8022468" y="1303307"/>
            <a:ext cx="340807" cy="341579"/>
            <a:chOff x="-10896525" y="1663050"/>
            <a:chExt cx="352875" cy="353675"/>
          </a:xfrm>
        </p:grpSpPr>
        <p:sp>
          <p:nvSpPr>
            <p:cNvPr id="9954" name="Google Shape;9954;p6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64"/>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64"/>
          <p:cNvGrpSpPr/>
          <p:nvPr/>
        </p:nvGrpSpPr>
        <p:grpSpPr>
          <a:xfrm>
            <a:off x="8022082" y="2130742"/>
            <a:ext cx="341579" cy="319511"/>
            <a:chOff x="-10898100" y="2542050"/>
            <a:chExt cx="353675" cy="330825"/>
          </a:xfrm>
        </p:grpSpPr>
        <p:sp>
          <p:nvSpPr>
            <p:cNvPr id="9958" name="Google Shape;9958;p6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4"/>
          <p:cNvGrpSpPr/>
          <p:nvPr/>
        </p:nvGrpSpPr>
        <p:grpSpPr>
          <a:xfrm>
            <a:off x="6209617" y="2551607"/>
            <a:ext cx="340058" cy="339430"/>
            <a:chOff x="-9157450" y="1622750"/>
            <a:chExt cx="352100" cy="351450"/>
          </a:xfrm>
        </p:grpSpPr>
        <p:sp>
          <p:nvSpPr>
            <p:cNvPr id="9965" name="Google Shape;9965;p6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4"/>
          <p:cNvGrpSpPr/>
          <p:nvPr/>
        </p:nvGrpSpPr>
        <p:grpSpPr>
          <a:xfrm>
            <a:off x="6247658" y="2959874"/>
            <a:ext cx="263977" cy="338537"/>
            <a:chOff x="-9119650" y="2056875"/>
            <a:chExt cx="273325" cy="350525"/>
          </a:xfrm>
        </p:grpSpPr>
        <p:sp>
          <p:nvSpPr>
            <p:cNvPr id="9968" name="Google Shape;9968;p6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64"/>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2" name="Google Shape;9972;p64"/>
          <p:cNvGrpSpPr/>
          <p:nvPr/>
        </p:nvGrpSpPr>
        <p:grpSpPr>
          <a:xfrm>
            <a:off x="7576790" y="2989279"/>
            <a:ext cx="343094" cy="341569"/>
            <a:chOff x="6001575" y="3119050"/>
            <a:chExt cx="315025" cy="313625"/>
          </a:xfrm>
        </p:grpSpPr>
        <p:sp>
          <p:nvSpPr>
            <p:cNvPr id="9973" name="Google Shape;9973;p6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78" name="Shape 9978"/>
        <p:cNvGrpSpPr/>
        <p:nvPr/>
      </p:nvGrpSpPr>
      <p:grpSpPr>
        <a:xfrm>
          <a:off x="0" y="0"/>
          <a:ext cx="0" cy="0"/>
          <a:chOff x="0" y="0"/>
          <a:chExt cx="0" cy="0"/>
        </a:xfrm>
      </p:grpSpPr>
      <p:sp>
        <p:nvSpPr>
          <p:cNvPr id="9979" name="Google Shape;9979;p65"/>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65"/>
          <p:cNvGrpSpPr/>
          <p:nvPr/>
        </p:nvGrpSpPr>
        <p:grpSpPr>
          <a:xfrm>
            <a:off x="829227" y="2273195"/>
            <a:ext cx="476329" cy="476213"/>
            <a:chOff x="-21298675" y="2414425"/>
            <a:chExt cx="306400" cy="306325"/>
          </a:xfrm>
        </p:grpSpPr>
        <p:sp>
          <p:nvSpPr>
            <p:cNvPr id="9981" name="Google Shape;9981;p6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65"/>
          <p:cNvGrpSpPr/>
          <p:nvPr/>
        </p:nvGrpSpPr>
        <p:grpSpPr>
          <a:xfrm>
            <a:off x="828605" y="2865128"/>
            <a:ext cx="477573" cy="445432"/>
            <a:chOff x="-21299475" y="2798025"/>
            <a:chExt cx="307200" cy="286525"/>
          </a:xfrm>
        </p:grpSpPr>
        <p:sp>
          <p:nvSpPr>
            <p:cNvPr id="9985" name="Google Shape;9985;p6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7" name="Google Shape;9997;p65"/>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5"/>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5"/>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0" name="Google Shape;10000;p65"/>
          <p:cNvGrpSpPr/>
          <p:nvPr/>
        </p:nvGrpSpPr>
        <p:grpSpPr>
          <a:xfrm>
            <a:off x="6697960" y="1688917"/>
            <a:ext cx="413912" cy="472676"/>
            <a:chOff x="-17545650" y="2051350"/>
            <a:chExt cx="266250" cy="304050"/>
          </a:xfrm>
        </p:grpSpPr>
        <p:sp>
          <p:nvSpPr>
            <p:cNvPr id="10001" name="Google Shape;10001;p6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5" name="Google Shape;10005;p65"/>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6" name="Google Shape;10006;p65"/>
          <p:cNvGrpSpPr/>
          <p:nvPr/>
        </p:nvGrpSpPr>
        <p:grpSpPr>
          <a:xfrm>
            <a:off x="6668578" y="2865574"/>
            <a:ext cx="472676" cy="444538"/>
            <a:chOff x="-17565350" y="2809825"/>
            <a:chExt cx="304050" cy="285950"/>
          </a:xfrm>
        </p:grpSpPr>
        <p:sp>
          <p:nvSpPr>
            <p:cNvPr id="10007" name="Google Shape;10007;p6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2" name="Google Shape;10012;p65"/>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5"/>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5"/>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5" name="Google Shape;10015;p65"/>
          <p:cNvGrpSpPr/>
          <p:nvPr/>
        </p:nvGrpSpPr>
        <p:grpSpPr>
          <a:xfrm>
            <a:off x="1441487" y="2850904"/>
            <a:ext cx="416283" cy="473881"/>
            <a:chOff x="-20904875" y="2788575"/>
            <a:chExt cx="267775" cy="304825"/>
          </a:xfrm>
        </p:grpSpPr>
        <p:sp>
          <p:nvSpPr>
            <p:cNvPr id="10016" name="Google Shape;10016;p6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65"/>
          <p:cNvGrpSpPr/>
          <p:nvPr/>
        </p:nvGrpSpPr>
        <p:grpSpPr>
          <a:xfrm>
            <a:off x="4381902" y="2275564"/>
            <a:ext cx="360045" cy="471471"/>
            <a:chOff x="-19006700" y="2434925"/>
            <a:chExt cx="231600" cy="303275"/>
          </a:xfrm>
        </p:grpSpPr>
        <p:sp>
          <p:nvSpPr>
            <p:cNvPr id="10019" name="Google Shape;10019;p6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3" name="Google Shape;10023;p65"/>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5"/>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5" name="Google Shape;10025;p65"/>
          <p:cNvGrpSpPr/>
          <p:nvPr/>
        </p:nvGrpSpPr>
        <p:grpSpPr>
          <a:xfrm>
            <a:off x="7260501" y="2289051"/>
            <a:ext cx="473881" cy="444499"/>
            <a:chOff x="-17190425" y="2435725"/>
            <a:chExt cx="304825" cy="285925"/>
          </a:xfrm>
        </p:grpSpPr>
        <p:sp>
          <p:nvSpPr>
            <p:cNvPr id="10026" name="Google Shape;10026;p6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65"/>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0" name="Google Shape;10030;p65"/>
          <p:cNvGrpSpPr/>
          <p:nvPr/>
        </p:nvGrpSpPr>
        <p:grpSpPr>
          <a:xfrm>
            <a:off x="4915227" y="3444650"/>
            <a:ext cx="476329" cy="475086"/>
            <a:chOff x="-15719925" y="2416825"/>
            <a:chExt cx="306400" cy="305600"/>
          </a:xfrm>
        </p:grpSpPr>
        <p:sp>
          <p:nvSpPr>
            <p:cNvPr id="10031" name="Google Shape;10031;p6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65"/>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5"/>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6" name="Google Shape;10036;p65"/>
          <p:cNvGrpSpPr/>
          <p:nvPr/>
        </p:nvGrpSpPr>
        <p:grpSpPr>
          <a:xfrm>
            <a:off x="2001521" y="2851506"/>
            <a:ext cx="479983" cy="472676"/>
            <a:chOff x="-20550425" y="2789350"/>
            <a:chExt cx="308750" cy="304050"/>
          </a:xfrm>
        </p:grpSpPr>
        <p:sp>
          <p:nvSpPr>
            <p:cNvPr id="10037" name="Google Shape;10037;p6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65"/>
          <p:cNvGrpSpPr/>
          <p:nvPr/>
        </p:nvGrpSpPr>
        <p:grpSpPr>
          <a:xfrm>
            <a:off x="4916888" y="1688158"/>
            <a:ext cx="473920" cy="474192"/>
            <a:chOff x="-18666450" y="2059825"/>
            <a:chExt cx="304850" cy="305025"/>
          </a:xfrm>
        </p:grpSpPr>
        <p:sp>
          <p:nvSpPr>
            <p:cNvPr id="10040" name="Google Shape;10040;p6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5"/>
          <p:cNvGrpSpPr/>
          <p:nvPr/>
        </p:nvGrpSpPr>
        <p:grpSpPr>
          <a:xfrm>
            <a:off x="4916286" y="2275584"/>
            <a:ext cx="475125" cy="471432"/>
            <a:chOff x="-18668025" y="2435725"/>
            <a:chExt cx="305625" cy="303250"/>
          </a:xfrm>
        </p:grpSpPr>
        <p:sp>
          <p:nvSpPr>
            <p:cNvPr id="10043" name="Google Shape;10043;p6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5"/>
          <p:cNvGrpSpPr/>
          <p:nvPr/>
        </p:nvGrpSpPr>
        <p:grpSpPr>
          <a:xfrm>
            <a:off x="4915683" y="2850902"/>
            <a:ext cx="476329" cy="473881"/>
            <a:chOff x="-18668800" y="2807475"/>
            <a:chExt cx="306400" cy="304825"/>
          </a:xfrm>
        </p:grpSpPr>
        <p:sp>
          <p:nvSpPr>
            <p:cNvPr id="10046" name="Google Shape;10046;p6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5"/>
          <p:cNvGrpSpPr/>
          <p:nvPr/>
        </p:nvGrpSpPr>
        <p:grpSpPr>
          <a:xfrm>
            <a:off x="7869652" y="1687693"/>
            <a:ext cx="416361" cy="475125"/>
            <a:chOff x="-16798200" y="2050575"/>
            <a:chExt cx="267825" cy="305625"/>
          </a:xfrm>
        </p:grpSpPr>
        <p:sp>
          <p:nvSpPr>
            <p:cNvPr id="10056" name="Google Shape;10056;p6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5"/>
          <p:cNvGrpSpPr/>
          <p:nvPr/>
        </p:nvGrpSpPr>
        <p:grpSpPr>
          <a:xfrm>
            <a:off x="7840270" y="2852127"/>
            <a:ext cx="475125" cy="471432"/>
            <a:chOff x="-16817100" y="2801175"/>
            <a:chExt cx="305625" cy="303250"/>
          </a:xfrm>
        </p:grpSpPr>
        <p:sp>
          <p:nvSpPr>
            <p:cNvPr id="10060" name="Google Shape;10060;p6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5"/>
          <p:cNvGrpSpPr/>
          <p:nvPr/>
        </p:nvGrpSpPr>
        <p:grpSpPr>
          <a:xfrm>
            <a:off x="7247390" y="3444614"/>
            <a:ext cx="476329" cy="475125"/>
            <a:chOff x="-15717575" y="2786200"/>
            <a:chExt cx="306400" cy="305625"/>
          </a:xfrm>
        </p:grpSpPr>
        <p:sp>
          <p:nvSpPr>
            <p:cNvPr id="10069" name="Google Shape;10069;p6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5"/>
          <p:cNvGrpSpPr/>
          <p:nvPr/>
        </p:nvGrpSpPr>
        <p:grpSpPr>
          <a:xfrm>
            <a:off x="2584963" y="1688296"/>
            <a:ext cx="475125" cy="473920"/>
            <a:chOff x="-20173175" y="2038750"/>
            <a:chExt cx="305625" cy="304850"/>
          </a:xfrm>
        </p:grpSpPr>
        <p:sp>
          <p:nvSpPr>
            <p:cNvPr id="10077" name="Google Shape;10077;p6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9" name="Google Shape;10079;p65"/>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0" name="Google Shape;10080;p65"/>
          <p:cNvGrpSpPr/>
          <p:nvPr/>
        </p:nvGrpSpPr>
        <p:grpSpPr>
          <a:xfrm>
            <a:off x="2586187" y="2850282"/>
            <a:ext cx="472676" cy="475125"/>
            <a:chOff x="-20173175" y="2787775"/>
            <a:chExt cx="304050" cy="305625"/>
          </a:xfrm>
        </p:grpSpPr>
        <p:sp>
          <p:nvSpPr>
            <p:cNvPr id="10081" name="Google Shape;10081;p6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5"/>
          <p:cNvGrpSpPr/>
          <p:nvPr/>
        </p:nvGrpSpPr>
        <p:grpSpPr>
          <a:xfrm>
            <a:off x="5511171" y="2275564"/>
            <a:ext cx="473881" cy="471471"/>
            <a:chOff x="-18294675" y="2434925"/>
            <a:chExt cx="304825" cy="303275"/>
          </a:xfrm>
        </p:grpSpPr>
        <p:sp>
          <p:nvSpPr>
            <p:cNvPr id="10089" name="Google Shape;10089;p6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5"/>
          <p:cNvGrpSpPr/>
          <p:nvPr/>
        </p:nvGrpSpPr>
        <p:grpSpPr>
          <a:xfrm>
            <a:off x="5567487" y="2852107"/>
            <a:ext cx="361250" cy="471471"/>
            <a:chOff x="-18258450" y="2809825"/>
            <a:chExt cx="232375" cy="303275"/>
          </a:xfrm>
        </p:grpSpPr>
        <p:sp>
          <p:nvSpPr>
            <p:cNvPr id="10093" name="Google Shape;10093;p6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6" name="Google Shape;10096;p65"/>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7" name="Google Shape;10097;p65"/>
          <p:cNvGrpSpPr/>
          <p:nvPr/>
        </p:nvGrpSpPr>
        <p:grpSpPr>
          <a:xfrm>
            <a:off x="3777686" y="3445233"/>
            <a:ext cx="415117" cy="473920"/>
            <a:chOff x="-16422500" y="2425450"/>
            <a:chExt cx="267025" cy="304850"/>
          </a:xfrm>
        </p:grpSpPr>
        <p:sp>
          <p:nvSpPr>
            <p:cNvPr id="10098" name="Google Shape;10098;p6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5"/>
          <p:cNvGrpSpPr/>
          <p:nvPr/>
        </p:nvGrpSpPr>
        <p:grpSpPr>
          <a:xfrm>
            <a:off x="6080447" y="3445838"/>
            <a:ext cx="473920" cy="472676"/>
            <a:chOff x="-16442200" y="2801175"/>
            <a:chExt cx="304850" cy="304050"/>
          </a:xfrm>
        </p:grpSpPr>
        <p:sp>
          <p:nvSpPr>
            <p:cNvPr id="10102" name="Google Shape;10102;p6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65"/>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5"/>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7" name="Google Shape;10107;p65"/>
          <p:cNvGrpSpPr/>
          <p:nvPr/>
        </p:nvGrpSpPr>
        <p:grpSpPr>
          <a:xfrm>
            <a:off x="3156161" y="2276343"/>
            <a:ext cx="481265" cy="469917"/>
            <a:chOff x="-19802200" y="2416025"/>
            <a:chExt cx="309575" cy="302275"/>
          </a:xfrm>
        </p:grpSpPr>
        <p:sp>
          <p:nvSpPr>
            <p:cNvPr id="10108" name="Google Shape;10108;p6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5"/>
          <p:cNvGrpSpPr/>
          <p:nvPr/>
        </p:nvGrpSpPr>
        <p:grpSpPr>
          <a:xfrm>
            <a:off x="3159232" y="2851506"/>
            <a:ext cx="475125" cy="472676"/>
            <a:chOff x="-19801400" y="2788575"/>
            <a:chExt cx="305625" cy="304050"/>
          </a:xfrm>
        </p:grpSpPr>
        <p:sp>
          <p:nvSpPr>
            <p:cNvPr id="10114" name="Google Shape;10114;p6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5"/>
          <p:cNvGrpSpPr/>
          <p:nvPr/>
        </p:nvGrpSpPr>
        <p:grpSpPr>
          <a:xfrm>
            <a:off x="6114308" y="1688916"/>
            <a:ext cx="422463" cy="472676"/>
            <a:chOff x="-17903225" y="2060800"/>
            <a:chExt cx="271750" cy="304050"/>
          </a:xfrm>
        </p:grpSpPr>
        <p:sp>
          <p:nvSpPr>
            <p:cNvPr id="10121" name="Google Shape;10121;p6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5"/>
          <p:cNvGrpSpPr/>
          <p:nvPr/>
        </p:nvGrpSpPr>
        <p:grpSpPr>
          <a:xfrm>
            <a:off x="6088599" y="2274962"/>
            <a:ext cx="473881" cy="472676"/>
            <a:chOff x="-17918975" y="2435725"/>
            <a:chExt cx="304825" cy="304050"/>
          </a:xfrm>
        </p:grpSpPr>
        <p:sp>
          <p:nvSpPr>
            <p:cNvPr id="10125" name="Google Shape;10125;p6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5"/>
          <p:cNvGrpSpPr/>
          <p:nvPr/>
        </p:nvGrpSpPr>
        <p:grpSpPr>
          <a:xfrm>
            <a:off x="6117359" y="2852729"/>
            <a:ext cx="416361" cy="470228"/>
            <a:chOff x="-17899300" y="2810625"/>
            <a:chExt cx="267825" cy="302475"/>
          </a:xfrm>
        </p:grpSpPr>
        <p:sp>
          <p:nvSpPr>
            <p:cNvPr id="10128" name="Google Shape;10128;p6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5"/>
          <p:cNvGrpSpPr/>
          <p:nvPr/>
        </p:nvGrpSpPr>
        <p:grpSpPr>
          <a:xfrm>
            <a:off x="2023212" y="3461166"/>
            <a:ext cx="472676" cy="442089"/>
            <a:chOff x="-16066500" y="2060800"/>
            <a:chExt cx="304050" cy="284375"/>
          </a:xfrm>
        </p:grpSpPr>
        <p:sp>
          <p:nvSpPr>
            <p:cNvPr id="10132" name="Google Shape;10132;p6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7" name="Google Shape;10137;p65"/>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5"/>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5"/>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65"/>
          <p:cNvGrpSpPr/>
          <p:nvPr/>
        </p:nvGrpSpPr>
        <p:grpSpPr>
          <a:xfrm>
            <a:off x="7907919" y="2297751"/>
            <a:ext cx="368362" cy="419314"/>
            <a:chOff x="4995050" y="3245650"/>
            <a:chExt cx="236950" cy="269725"/>
          </a:xfrm>
        </p:grpSpPr>
        <p:sp>
          <p:nvSpPr>
            <p:cNvPr id="10141" name="Google Shape;10141;p6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5"/>
            <p:cNvGrpSpPr/>
            <p:nvPr/>
          </p:nvGrpSpPr>
          <p:grpSpPr>
            <a:xfrm>
              <a:off x="4995050" y="3245650"/>
              <a:ext cx="236950" cy="269725"/>
              <a:chOff x="4995050" y="3245650"/>
              <a:chExt cx="236950" cy="269725"/>
            </a:xfrm>
          </p:grpSpPr>
          <p:sp>
            <p:nvSpPr>
              <p:cNvPr id="10145" name="Google Shape;10145;p6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7" name="Google Shape;10147;p65"/>
          <p:cNvGrpSpPr/>
          <p:nvPr/>
        </p:nvGrpSpPr>
        <p:grpSpPr>
          <a:xfrm>
            <a:off x="5507712" y="1689744"/>
            <a:ext cx="483749" cy="481292"/>
            <a:chOff x="4724650" y="2885700"/>
            <a:chExt cx="270750" cy="269375"/>
          </a:xfrm>
        </p:grpSpPr>
        <p:sp>
          <p:nvSpPr>
            <p:cNvPr id="10148" name="Google Shape;10148;p6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5"/>
          <p:cNvGrpSpPr/>
          <p:nvPr/>
        </p:nvGrpSpPr>
        <p:grpSpPr>
          <a:xfrm>
            <a:off x="4374817" y="1683870"/>
            <a:ext cx="389425" cy="467822"/>
            <a:chOff x="4459350" y="2882125"/>
            <a:chExt cx="228375" cy="274350"/>
          </a:xfrm>
        </p:grpSpPr>
        <p:sp>
          <p:nvSpPr>
            <p:cNvPr id="10156" name="Google Shape;10156;p6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161" name="Google Shape;10161;p6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162" name="Google Shape;10162;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6" name="Shape 10166"/>
        <p:cNvGrpSpPr/>
        <p:nvPr/>
      </p:nvGrpSpPr>
      <p:grpSpPr>
        <a:xfrm>
          <a:off x="0" y="0"/>
          <a:ext cx="0" cy="0"/>
          <a:chOff x="0" y="0"/>
          <a:chExt cx="0" cy="0"/>
        </a:xfrm>
      </p:grpSpPr>
      <p:sp>
        <p:nvSpPr>
          <p:cNvPr id="10167" name="Google Shape;10167;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168" name="Google Shape;10168;p66"/>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9" name="Google Shape;10169;p66"/>
          <p:cNvGrpSpPr/>
          <p:nvPr/>
        </p:nvGrpSpPr>
        <p:grpSpPr>
          <a:xfrm>
            <a:off x="835580" y="2140412"/>
            <a:ext cx="426462" cy="420796"/>
            <a:chOff x="-6713450" y="2397900"/>
            <a:chExt cx="295375" cy="291450"/>
          </a:xfrm>
        </p:grpSpPr>
        <p:sp>
          <p:nvSpPr>
            <p:cNvPr id="10170" name="Google Shape;10170;p6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2" name="Google Shape;10172;p66"/>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3" name="Google Shape;10173;p66"/>
          <p:cNvGrpSpPr/>
          <p:nvPr/>
        </p:nvGrpSpPr>
        <p:grpSpPr>
          <a:xfrm>
            <a:off x="3540341" y="1631401"/>
            <a:ext cx="423069" cy="420507"/>
            <a:chOff x="-4932650" y="2046625"/>
            <a:chExt cx="293025" cy="291250"/>
          </a:xfrm>
        </p:grpSpPr>
        <p:sp>
          <p:nvSpPr>
            <p:cNvPr id="10174" name="Google Shape;10174;p6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6" name="Google Shape;10176;p66"/>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66"/>
          <p:cNvGrpSpPr/>
          <p:nvPr/>
        </p:nvGrpSpPr>
        <p:grpSpPr>
          <a:xfrm>
            <a:off x="3552272" y="2660957"/>
            <a:ext cx="423069" cy="420796"/>
            <a:chOff x="-4931075" y="2765725"/>
            <a:chExt cx="293025" cy="291450"/>
          </a:xfrm>
        </p:grpSpPr>
        <p:sp>
          <p:nvSpPr>
            <p:cNvPr id="10178" name="Google Shape;10178;p6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6"/>
          <p:cNvGrpSpPr/>
          <p:nvPr/>
        </p:nvGrpSpPr>
        <p:grpSpPr>
          <a:xfrm>
            <a:off x="6257840" y="1656289"/>
            <a:ext cx="420796" cy="370732"/>
            <a:chOff x="-3137650" y="2067900"/>
            <a:chExt cx="291450" cy="256775"/>
          </a:xfrm>
        </p:grpSpPr>
        <p:sp>
          <p:nvSpPr>
            <p:cNvPr id="10181" name="Google Shape;10181;p6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6"/>
          <p:cNvGrpSpPr/>
          <p:nvPr/>
        </p:nvGrpSpPr>
        <p:grpSpPr>
          <a:xfrm>
            <a:off x="6257840" y="2139926"/>
            <a:ext cx="420796" cy="421770"/>
            <a:chOff x="-3137650" y="2408950"/>
            <a:chExt cx="291450" cy="292125"/>
          </a:xfrm>
        </p:grpSpPr>
        <p:sp>
          <p:nvSpPr>
            <p:cNvPr id="10185" name="Google Shape;10185;p6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6"/>
          <p:cNvGrpSpPr/>
          <p:nvPr/>
        </p:nvGrpSpPr>
        <p:grpSpPr>
          <a:xfrm>
            <a:off x="6269771" y="2685412"/>
            <a:ext cx="420796" cy="371887"/>
            <a:chOff x="-3137650" y="2787000"/>
            <a:chExt cx="291450" cy="257575"/>
          </a:xfrm>
        </p:grpSpPr>
        <p:sp>
          <p:nvSpPr>
            <p:cNvPr id="10191" name="Google Shape;10191;p6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9" name="Google Shape;10199;p66"/>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6"/>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6"/>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2" name="Google Shape;10202;p66"/>
          <p:cNvGrpSpPr/>
          <p:nvPr/>
        </p:nvGrpSpPr>
        <p:grpSpPr>
          <a:xfrm>
            <a:off x="1387948" y="2660397"/>
            <a:ext cx="421914" cy="421914"/>
            <a:chOff x="-6354300" y="2757075"/>
            <a:chExt cx="292225" cy="292225"/>
          </a:xfrm>
        </p:grpSpPr>
        <p:sp>
          <p:nvSpPr>
            <p:cNvPr id="10203" name="Google Shape;10203;p6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6"/>
          <p:cNvGrpSpPr/>
          <p:nvPr/>
        </p:nvGrpSpPr>
        <p:grpSpPr>
          <a:xfrm>
            <a:off x="4081951" y="1629560"/>
            <a:ext cx="424188" cy="424188"/>
            <a:chOff x="-4573475" y="2045850"/>
            <a:chExt cx="293800" cy="293800"/>
          </a:xfrm>
        </p:grpSpPr>
        <p:sp>
          <p:nvSpPr>
            <p:cNvPr id="10208" name="Google Shape;10208;p6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6"/>
          <p:cNvGrpSpPr/>
          <p:nvPr/>
        </p:nvGrpSpPr>
        <p:grpSpPr>
          <a:xfrm>
            <a:off x="4081374" y="2138699"/>
            <a:ext cx="425343" cy="424225"/>
            <a:chOff x="-4570325" y="2405775"/>
            <a:chExt cx="294600" cy="293825"/>
          </a:xfrm>
        </p:grpSpPr>
        <p:sp>
          <p:nvSpPr>
            <p:cNvPr id="10211" name="Google Shape;10211;p6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6"/>
          <p:cNvGrpSpPr/>
          <p:nvPr/>
        </p:nvGrpSpPr>
        <p:grpSpPr>
          <a:xfrm>
            <a:off x="4094442" y="2659838"/>
            <a:ext cx="423069" cy="423033"/>
            <a:chOff x="-4572700" y="2764950"/>
            <a:chExt cx="293025" cy="293000"/>
          </a:xfrm>
        </p:grpSpPr>
        <p:sp>
          <p:nvSpPr>
            <p:cNvPr id="10214" name="Google Shape;10214;p6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6"/>
          <p:cNvGrpSpPr/>
          <p:nvPr/>
        </p:nvGrpSpPr>
        <p:grpSpPr>
          <a:xfrm>
            <a:off x="6813205" y="1631239"/>
            <a:ext cx="414840" cy="420832"/>
            <a:chOff x="-2777700" y="2049775"/>
            <a:chExt cx="287325" cy="291475"/>
          </a:xfrm>
        </p:grpSpPr>
        <p:sp>
          <p:nvSpPr>
            <p:cNvPr id="10220" name="Google Shape;10220;p6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6"/>
          <p:cNvGrpSpPr/>
          <p:nvPr/>
        </p:nvGrpSpPr>
        <p:grpSpPr>
          <a:xfrm>
            <a:off x="6809667" y="2140431"/>
            <a:ext cx="421914" cy="420759"/>
            <a:chOff x="-2571737" y="2403625"/>
            <a:chExt cx="292225" cy="291425"/>
          </a:xfrm>
        </p:grpSpPr>
        <p:sp>
          <p:nvSpPr>
            <p:cNvPr id="10224" name="Google Shape;10224;p6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6"/>
          <p:cNvGrpSpPr/>
          <p:nvPr/>
        </p:nvGrpSpPr>
        <p:grpSpPr>
          <a:xfrm>
            <a:off x="6809667" y="2661534"/>
            <a:ext cx="421914" cy="419640"/>
            <a:chOff x="-2571737" y="2764550"/>
            <a:chExt cx="292225" cy="290650"/>
          </a:xfrm>
        </p:grpSpPr>
        <p:sp>
          <p:nvSpPr>
            <p:cNvPr id="10232" name="Google Shape;10232;p6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66"/>
          <p:cNvGrpSpPr/>
          <p:nvPr/>
        </p:nvGrpSpPr>
        <p:grpSpPr>
          <a:xfrm>
            <a:off x="3009168" y="3230538"/>
            <a:ext cx="421914" cy="423864"/>
            <a:chOff x="-1333975" y="2365850"/>
            <a:chExt cx="292225" cy="293575"/>
          </a:xfrm>
        </p:grpSpPr>
        <p:sp>
          <p:nvSpPr>
            <p:cNvPr id="10236" name="Google Shape;10236;p6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66"/>
          <p:cNvGrpSpPr/>
          <p:nvPr/>
        </p:nvGrpSpPr>
        <p:grpSpPr>
          <a:xfrm>
            <a:off x="1942643" y="2660397"/>
            <a:ext cx="398020" cy="421914"/>
            <a:chOff x="-5995925" y="2757850"/>
            <a:chExt cx="275675" cy="292225"/>
          </a:xfrm>
        </p:grpSpPr>
        <p:sp>
          <p:nvSpPr>
            <p:cNvPr id="10245" name="Google Shape;10245;p6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6"/>
          <p:cNvGrpSpPr/>
          <p:nvPr/>
        </p:nvGrpSpPr>
        <p:grpSpPr>
          <a:xfrm>
            <a:off x="4622930" y="1631816"/>
            <a:ext cx="421951" cy="419677"/>
            <a:chOff x="-4211975" y="2046625"/>
            <a:chExt cx="292250" cy="290675"/>
          </a:xfrm>
        </p:grpSpPr>
        <p:sp>
          <p:nvSpPr>
            <p:cNvPr id="10255" name="Google Shape;10255;p6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66"/>
          <p:cNvGrpSpPr/>
          <p:nvPr/>
        </p:nvGrpSpPr>
        <p:grpSpPr>
          <a:xfrm>
            <a:off x="4672976" y="2138699"/>
            <a:ext cx="321859" cy="424225"/>
            <a:chOff x="-4178875" y="2405775"/>
            <a:chExt cx="222925" cy="293825"/>
          </a:xfrm>
        </p:grpSpPr>
        <p:sp>
          <p:nvSpPr>
            <p:cNvPr id="10258" name="Google Shape;10258;p6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6"/>
          <p:cNvGrpSpPr/>
          <p:nvPr/>
        </p:nvGrpSpPr>
        <p:grpSpPr>
          <a:xfrm>
            <a:off x="4635439" y="2673483"/>
            <a:ext cx="420796" cy="395746"/>
            <a:chOff x="-4211975" y="2783850"/>
            <a:chExt cx="291450" cy="274100"/>
          </a:xfrm>
        </p:grpSpPr>
        <p:sp>
          <p:nvSpPr>
            <p:cNvPr id="10262" name="Google Shape;10262;p6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5" name="Google Shape;10265;p66"/>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6" name="Google Shape;10266;p66"/>
          <p:cNvGrpSpPr/>
          <p:nvPr/>
        </p:nvGrpSpPr>
        <p:grpSpPr>
          <a:xfrm>
            <a:off x="7340368" y="2140413"/>
            <a:ext cx="420796" cy="420796"/>
            <a:chOff x="-2419325" y="2408150"/>
            <a:chExt cx="291450" cy="291450"/>
          </a:xfrm>
        </p:grpSpPr>
        <p:sp>
          <p:nvSpPr>
            <p:cNvPr id="10267" name="Google Shape;10267;p6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4" name="Google Shape;10274;p66"/>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66"/>
          <p:cNvGrpSpPr/>
          <p:nvPr/>
        </p:nvGrpSpPr>
        <p:grpSpPr>
          <a:xfrm>
            <a:off x="4661893" y="3231514"/>
            <a:ext cx="420796" cy="421914"/>
            <a:chOff x="-1333200" y="2770450"/>
            <a:chExt cx="291450" cy="292225"/>
          </a:xfrm>
        </p:grpSpPr>
        <p:sp>
          <p:nvSpPr>
            <p:cNvPr id="10276" name="Google Shape;10276;p6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6"/>
          <p:cNvGrpSpPr/>
          <p:nvPr/>
        </p:nvGrpSpPr>
        <p:grpSpPr>
          <a:xfrm>
            <a:off x="2458506" y="1631256"/>
            <a:ext cx="423069" cy="420796"/>
            <a:chOff x="-5635200" y="2037975"/>
            <a:chExt cx="293025" cy="291450"/>
          </a:xfrm>
        </p:grpSpPr>
        <p:sp>
          <p:nvSpPr>
            <p:cNvPr id="10279" name="Google Shape;10279;p6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6"/>
          <p:cNvGrpSpPr/>
          <p:nvPr/>
        </p:nvGrpSpPr>
        <p:grpSpPr>
          <a:xfrm>
            <a:off x="2456792" y="2140412"/>
            <a:ext cx="426499" cy="420796"/>
            <a:chOff x="-5637575" y="2397900"/>
            <a:chExt cx="295400" cy="291450"/>
          </a:xfrm>
        </p:grpSpPr>
        <p:sp>
          <p:nvSpPr>
            <p:cNvPr id="10282" name="Google Shape;10282;p6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66"/>
          <p:cNvGrpSpPr/>
          <p:nvPr/>
        </p:nvGrpSpPr>
        <p:grpSpPr>
          <a:xfrm>
            <a:off x="2470455" y="2660397"/>
            <a:ext cx="423033" cy="421914"/>
            <a:chOff x="-5635975" y="2757075"/>
            <a:chExt cx="293000" cy="292225"/>
          </a:xfrm>
        </p:grpSpPr>
        <p:sp>
          <p:nvSpPr>
            <p:cNvPr id="10287" name="Google Shape;10287;p6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6"/>
          <p:cNvGrpSpPr/>
          <p:nvPr/>
        </p:nvGrpSpPr>
        <p:grpSpPr>
          <a:xfrm>
            <a:off x="5154391" y="1631256"/>
            <a:ext cx="423069" cy="420796"/>
            <a:chOff x="-3854375" y="2046625"/>
            <a:chExt cx="293025" cy="291450"/>
          </a:xfrm>
        </p:grpSpPr>
        <p:sp>
          <p:nvSpPr>
            <p:cNvPr id="10290" name="Google Shape;10290;p6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6"/>
          <p:cNvGrpSpPr/>
          <p:nvPr/>
        </p:nvGrpSpPr>
        <p:grpSpPr>
          <a:xfrm>
            <a:off x="5153254" y="2138717"/>
            <a:ext cx="425343" cy="424188"/>
            <a:chOff x="-3854375" y="2405000"/>
            <a:chExt cx="294600" cy="293800"/>
          </a:xfrm>
        </p:grpSpPr>
        <p:sp>
          <p:nvSpPr>
            <p:cNvPr id="10293" name="Google Shape;10293;p6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6"/>
          <p:cNvGrpSpPr/>
          <p:nvPr/>
        </p:nvGrpSpPr>
        <p:grpSpPr>
          <a:xfrm>
            <a:off x="5167459" y="2659838"/>
            <a:ext cx="420796" cy="423033"/>
            <a:chOff x="-3852025" y="2764950"/>
            <a:chExt cx="291450" cy="293000"/>
          </a:xfrm>
        </p:grpSpPr>
        <p:sp>
          <p:nvSpPr>
            <p:cNvPr id="10296" name="Google Shape;10296;p6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8" name="Google Shape;10298;p66"/>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6"/>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0" name="Google Shape;10300;p66"/>
          <p:cNvGrpSpPr/>
          <p:nvPr/>
        </p:nvGrpSpPr>
        <p:grpSpPr>
          <a:xfrm>
            <a:off x="7890048" y="2660398"/>
            <a:ext cx="420796" cy="421914"/>
            <a:chOff x="-2060175" y="2768875"/>
            <a:chExt cx="291450" cy="292225"/>
          </a:xfrm>
        </p:grpSpPr>
        <p:sp>
          <p:nvSpPr>
            <p:cNvPr id="10301" name="Google Shape;10301;p6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6"/>
          <p:cNvGrpSpPr/>
          <p:nvPr/>
        </p:nvGrpSpPr>
        <p:grpSpPr>
          <a:xfrm>
            <a:off x="1903657" y="3232071"/>
            <a:ext cx="421914" cy="420796"/>
            <a:chOff x="-937025" y="2064750"/>
            <a:chExt cx="292225" cy="291450"/>
          </a:xfrm>
        </p:grpSpPr>
        <p:sp>
          <p:nvSpPr>
            <p:cNvPr id="10304" name="Google Shape;10304;p6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6"/>
          <p:cNvGrpSpPr/>
          <p:nvPr/>
        </p:nvGrpSpPr>
        <p:grpSpPr>
          <a:xfrm>
            <a:off x="3006820" y="1630697"/>
            <a:ext cx="421951" cy="421914"/>
            <a:chOff x="-5276050" y="2037975"/>
            <a:chExt cx="292250" cy="292225"/>
          </a:xfrm>
        </p:grpSpPr>
        <p:sp>
          <p:nvSpPr>
            <p:cNvPr id="10308" name="Google Shape;10308;p6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1" name="Google Shape;10311;p66"/>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6"/>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3" name="Google Shape;10313;p66"/>
          <p:cNvGrpSpPr/>
          <p:nvPr/>
        </p:nvGrpSpPr>
        <p:grpSpPr>
          <a:xfrm>
            <a:off x="5765634" y="1631256"/>
            <a:ext cx="324133" cy="420796"/>
            <a:chOff x="-3462150" y="2046625"/>
            <a:chExt cx="224500" cy="291450"/>
          </a:xfrm>
        </p:grpSpPr>
        <p:sp>
          <p:nvSpPr>
            <p:cNvPr id="10314" name="Google Shape;10314;p6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66"/>
          <p:cNvGrpSpPr/>
          <p:nvPr/>
        </p:nvGrpSpPr>
        <p:grpSpPr>
          <a:xfrm>
            <a:off x="5741197" y="2139276"/>
            <a:ext cx="373006" cy="423069"/>
            <a:chOff x="-3478675" y="2405775"/>
            <a:chExt cx="258350" cy="293025"/>
          </a:xfrm>
        </p:grpSpPr>
        <p:sp>
          <p:nvSpPr>
            <p:cNvPr id="10322" name="Google Shape;10322;p6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66"/>
          <p:cNvGrpSpPr/>
          <p:nvPr/>
        </p:nvGrpSpPr>
        <p:grpSpPr>
          <a:xfrm>
            <a:off x="5803715" y="2660398"/>
            <a:ext cx="271831" cy="421914"/>
            <a:chOff x="-3443250" y="2765725"/>
            <a:chExt cx="188275" cy="292225"/>
          </a:xfrm>
        </p:grpSpPr>
        <p:sp>
          <p:nvSpPr>
            <p:cNvPr id="10327" name="Google Shape;10327;p6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6"/>
          <p:cNvGrpSpPr/>
          <p:nvPr/>
        </p:nvGrpSpPr>
        <p:grpSpPr>
          <a:xfrm>
            <a:off x="832612" y="3230934"/>
            <a:ext cx="371887" cy="423069"/>
            <a:chOff x="-1684475" y="2049000"/>
            <a:chExt cx="257575" cy="293025"/>
          </a:xfrm>
        </p:grpSpPr>
        <p:sp>
          <p:nvSpPr>
            <p:cNvPr id="10332" name="Google Shape;10332;p6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66"/>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66"/>
          <p:cNvGrpSpPr/>
          <p:nvPr/>
        </p:nvGrpSpPr>
        <p:grpSpPr>
          <a:xfrm>
            <a:off x="4122504" y="3231514"/>
            <a:ext cx="420796" cy="421914"/>
            <a:chOff x="-1700225" y="2768875"/>
            <a:chExt cx="291450" cy="292225"/>
          </a:xfrm>
        </p:grpSpPr>
        <p:sp>
          <p:nvSpPr>
            <p:cNvPr id="10338" name="Google Shape;10338;p6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66"/>
          <p:cNvGrpSpPr/>
          <p:nvPr/>
        </p:nvGrpSpPr>
        <p:grpSpPr>
          <a:xfrm>
            <a:off x="3590852" y="3230935"/>
            <a:ext cx="371887" cy="423069"/>
            <a:chOff x="-919700" y="2420750"/>
            <a:chExt cx="257575" cy="293025"/>
          </a:xfrm>
        </p:grpSpPr>
        <p:sp>
          <p:nvSpPr>
            <p:cNvPr id="10345" name="Google Shape;10345;p6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66"/>
          <p:cNvGrpSpPr/>
          <p:nvPr/>
        </p:nvGrpSpPr>
        <p:grpSpPr>
          <a:xfrm>
            <a:off x="1926044" y="1645950"/>
            <a:ext cx="409531" cy="410617"/>
            <a:chOff x="6679825" y="2693700"/>
            <a:chExt cx="257875" cy="258575"/>
          </a:xfrm>
        </p:grpSpPr>
        <p:sp>
          <p:nvSpPr>
            <p:cNvPr id="10349" name="Google Shape;10349;p6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66"/>
          <p:cNvGrpSpPr/>
          <p:nvPr/>
        </p:nvGrpSpPr>
        <p:grpSpPr>
          <a:xfrm>
            <a:off x="1915618" y="2142110"/>
            <a:ext cx="420531" cy="417262"/>
            <a:chOff x="6790450" y="3119050"/>
            <a:chExt cx="262750" cy="260675"/>
          </a:xfrm>
        </p:grpSpPr>
        <p:sp>
          <p:nvSpPr>
            <p:cNvPr id="10352" name="Google Shape;10352;p6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6"/>
          <p:cNvGrpSpPr/>
          <p:nvPr/>
        </p:nvGrpSpPr>
        <p:grpSpPr>
          <a:xfrm>
            <a:off x="6542730" y="3755436"/>
            <a:ext cx="358093" cy="407391"/>
            <a:chOff x="7660859" y="2571753"/>
            <a:chExt cx="366561" cy="417024"/>
          </a:xfrm>
        </p:grpSpPr>
        <p:sp>
          <p:nvSpPr>
            <p:cNvPr id="10355" name="Google Shape;10355;p6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6"/>
          <p:cNvGrpSpPr/>
          <p:nvPr/>
        </p:nvGrpSpPr>
        <p:grpSpPr>
          <a:xfrm>
            <a:off x="4077412" y="3755436"/>
            <a:ext cx="407391" cy="407391"/>
            <a:chOff x="5566722" y="2571753"/>
            <a:chExt cx="417024" cy="417024"/>
          </a:xfrm>
        </p:grpSpPr>
        <p:sp>
          <p:nvSpPr>
            <p:cNvPr id="10359" name="Google Shape;10359;p6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66"/>
          <p:cNvGrpSpPr/>
          <p:nvPr/>
        </p:nvGrpSpPr>
        <p:grpSpPr>
          <a:xfrm>
            <a:off x="4693744" y="3857692"/>
            <a:ext cx="407381" cy="202880"/>
            <a:chOff x="6090251" y="2676413"/>
            <a:chExt cx="417014" cy="207677"/>
          </a:xfrm>
        </p:grpSpPr>
        <p:sp>
          <p:nvSpPr>
            <p:cNvPr id="10362" name="Google Shape;10362;p6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6"/>
          <p:cNvGrpSpPr/>
          <p:nvPr/>
        </p:nvGrpSpPr>
        <p:grpSpPr>
          <a:xfrm>
            <a:off x="5926398" y="3755436"/>
            <a:ext cx="407391" cy="407391"/>
            <a:chOff x="7137330" y="2571753"/>
            <a:chExt cx="417024" cy="417024"/>
          </a:xfrm>
        </p:grpSpPr>
        <p:sp>
          <p:nvSpPr>
            <p:cNvPr id="10367" name="Google Shape;10367;p6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6"/>
          <p:cNvGrpSpPr/>
          <p:nvPr/>
        </p:nvGrpSpPr>
        <p:grpSpPr>
          <a:xfrm>
            <a:off x="5310066" y="3755436"/>
            <a:ext cx="407391" cy="407391"/>
            <a:chOff x="6613801" y="2571753"/>
            <a:chExt cx="417024" cy="417024"/>
          </a:xfrm>
        </p:grpSpPr>
        <p:sp>
          <p:nvSpPr>
            <p:cNvPr id="10371" name="Google Shape;10371;p6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6"/>
          <p:cNvGrpSpPr/>
          <p:nvPr/>
        </p:nvGrpSpPr>
        <p:grpSpPr>
          <a:xfrm>
            <a:off x="7896740" y="3238780"/>
            <a:ext cx="407411" cy="407411"/>
            <a:chOff x="2964567" y="2571753"/>
            <a:chExt cx="417045" cy="417045"/>
          </a:xfrm>
        </p:grpSpPr>
        <p:sp>
          <p:nvSpPr>
            <p:cNvPr id="10377" name="Google Shape;10377;p6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66"/>
          <p:cNvGrpSpPr/>
          <p:nvPr/>
        </p:nvGrpSpPr>
        <p:grpSpPr>
          <a:xfrm>
            <a:off x="1612062" y="3815897"/>
            <a:ext cx="407391" cy="286470"/>
            <a:chOff x="3476576" y="2633631"/>
            <a:chExt cx="417024" cy="293244"/>
          </a:xfrm>
        </p:grpSpPr>
        <p:sp>
          <p:nvSpPr>
            <p:cNvPr id="10380" name="Google Shape;10380;p6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6"/>
          <p:cNvGrpSpPr/>
          <p:nvPr/>
        </p:nvGrpSpPr>
        <p:grpSpPr>
          <a:xfrm>
            <a:off x="2228394" y="3755508"/>
            <a:ext cx="407411" cy="407248"/>
            <a:chOff x="3988564" y="2571836"/>
            <a:chExt cx="417045" cy="416878"/>
          </a:xfrm>
        </p:grpSpPr>
        <p:sp>
          <p:nvSpPr>
            <p:cNvPr id="10383" name="Google Shape;10383;p6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6"/>
          <p:cNvGrpSpPr/>
          <p:nvPr/>
        </p:nvGrpSpPr>
        <p:grpSpPr>
          <a:xfrm>
            <a:off x="2844747" y="3755436"/>
            <a:ext cx="407391" cy="407391"/>
            <a:chOff x="4500573" y="2571753"/>
            <a:chExt cx="417024" cy="417024"/>
          </a:xfrm>
        </p:grpSpPr>
        <p:sp>
          <p:nvSpPr>
            <p:cNvPr id="10386" name="Google Shape;10386;p6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6"/>
          <p:cNvGrpSpPr/>
          <p:nvPr/>
        </p:nvGrpSpPr>
        <p:grpSpPr>
          <a:xfrm>
            <a:off x="3461079" y="3755436"/>
            <a:ext cx="407391" cy="407391"/>
            <a:chOff x="5012603" y="2571753"/>
            <a:chExt cx="417024" cy="417024"/>
          </a:xfrm>
        </p:grpSpPr>
        <p:sp>
          <p:nvSpPr>
            <p:cNvPr id="10389" name="Google Shape;10389;p6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1" name="Google Shape;10391;p66"/>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66"/>
          <p:cNvGrpSpPr/>
          <p:nvPr/>
        </p:nvGrpSpPr>
        <p:grpSpPr>
          <a:xfrm>
            <a:off x="5721826" y="3238790"/>
            <a:ext cx="407432" cy="407391"/>
            <a:chOff x="812101" y="2571761"/>
            <a:chExt cx="417066" cy="417024"/>
          </a:xfrm>
        </p:grpSpPr>
        <p:sp>
          <p:nvSpPr>
            <p:cNvPr id="10393" name="Google Shape;10393;p6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66"/>
          <p:cNvGrpSpPr/>
          <p:nvPr/>
        </p:nvGrpSpPr>
        <p:grpSpPr>
          <a:xfrm>
            <a:off x="6242420" y="3238790"/>
            <a:ext cx="407391" cy="407391"/>
            <a:chOff x="1323129" y="2571761"/>
            <a:chExt cx="417024" cy="417024"/>
          </a:xfrm>
        </p:grpSpPr>
        <p:sp>
          <p:nvSpPr>
            <p:cNvPr id="10398" name="Google Shape;10398;p6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2" name="Google Shape;10402;p66"/>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3" name="Google Shape;10403;p66"/>
          <p:cNvGrpSpPr/>
          <p:nvPr/>
        </p:nvGrpSpPr>
        <p:grpSpPr>
          <a:xfrm>
            <a:off x="7378895" y="3238843"/>
            <a:ext cx="408023" cy="407411"/>
            <a:chOff x="2344476" y="2571761"/>
            <a:chExt cx="417671" cy="417045"/>
          </a:xfrm>
        </p:grpSpPr>
        <p:sp>
          <p:nvSpPr>
            <p:cNvPr id="10404" name="Google Shape;10404;p6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6"/>
          <p:cNvGrpSpPr/>
          <p:nvPr/>
        </p:nvGrpSpPr>
        <p:grpSpPr>
          <a:xfrm>
            <a:off x="7109755" y="3759535"/>
            <a:ext cx="399178" cy="399178"/>
            <a:chOff x="2038375" y="3798025"/>
            <a:chExt cx="841792" cy="841792"/>
          </a:xfrm>
        </p:grpSpPr>
        <p:sp>
          <p:nvSpPr>
            <p:cNvPr id="10407" name="Google Shape;10407;p6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12" name="Shape 10412"/>
        <p:cNvGrpSpPr/>
        <p:nvPr/>
      </p:nvGrpSpPr>
      <p:grpSpPr>
        <a:xfrm>
          <a:off x="0" y="0"/>
          <a:ext cx="0" cy="0"/>
          <a:chOff x="0" y="0"/>
          <a:chExt cx="0" cy="0"/>
        </a:xfrm>
      </p:grpSpPr>
      <p:pic>
        <p:nvPicPr>
          <p:cNvPr id="10413" name="Google Shape;10413;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Kindergarten Day by Slidesgo">
  <a:themeElements>
    <a:clrScheme name="Simple Light">
      <a:dk1>
        <a:srgbClr val="FFFFFF"/>
      </a:dk1>
      <a:lt1>
        <a:srgbClr val="595DAB"/>
      </a:lt1>
      <a:dk2>
        <a:srgbClr val="C0DFD9"/>
      </a:dk2>
      <a:lt2>
        <a:srgbClr val="396552"/>
      </a:lt2>
      <a:accent1>
        <a:srgbClr val="C9DB8D"/>
      </a:accent1>
      <a:accent2>
        <a:srgbClr val="E2B142"/>
      </a:accent2>
      <a:accent3>
        <a:srgbClr val="DD5C36"/>
      </a:accent3>
      <a:accent4>
        <a:srgbClr val="E9A389"/>
      </a:accent4>
      <a:accent5>
        <a:srgbClr val="DEA5DB"/>
      </a:accent5>
      <a:accent6>
        <a:srgbClr val="F5F4E9"/>
      </a:accent6>
      <a:hlink>
        <a:srgbClr val="595DA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